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6"/>
  </p:notesMasterIdLst>
  <p:sldIdLst>
    <p:sldId id="256" r:id="rId4"/>
    <p:sldId id="275" r:id="rId5"/>
    <p:sldId id="282" r:id="rId7"/>
    <p:sldId id="284" r:id="rId8"/>
    <p:sldId id="28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07" autoAdjust="0"/>
    <p:restoredTop sz="94660"/>
  </p:normalViewPr>
  <p:slideViewPr>
    <p:cSldViewPr snapToGrid="0">
      <p:cViewPr varScale="1">
        <p:scale>
          <a:sx n="87" d="100"/>
          <a:sy n="87" d="100"/>
        </p:scale>
        <p:origin x="155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6958D6-CA1E-406C-A5DC-98C70087B2C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55FA24-135D-4D4F-B63C-BE7739AFC0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en-US">
              <a:latin typeface="Arial" panose="020B0604020202020204" pitchFamily="34" charset="0"/>
              <a:ea typeface="MS PGothic" panose="020B060007020508020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fontAlgn="auto">
              <a:lnSpc>
                <a:spcPct val="100000"/>
              </a:lnSpc>
            </a:pPr>
            <a:r>
              <a:rPr lang="en-US" altLang="zh-CN" dirty="0">
                <a:latin typeface="Times New Roman" panose="02020603050405020304" charset="0"/>
                <a:cs typeface="Times New Roman" panose="02020603050405020304" charset="0"/>
                <a:sym typeface="+mn-ea"/>
              </a:rPr>
              <a:t>Traditional networks only perceive flow-/application-level features, failing to identify the attributes and differentiated demands of AI Agents.</a:t>
            </a:r>
            <a:endParaRPr lang="en-US" altLang="zh-CN" dirty="0">
              <a:latin typeface="Times New Roman" panose="02020603050405020304" charset="0"/>
              <a:cs typeface="Times New Roman" panose="02020603050405020304" charset="0"/>
            </a:endParaRPr>
          </a:p>
          <a:p>
            <a:pPr fontAlgn="auto">
              <a:lnSpc>
                <a:spcPct val="100000"/>
              </a:lnSpc>
            </a:pPr>
            <a:r>
              <a:rPr lang="en-US" altLang="zh-CN" dirty="0">
                <a:latin typeface="Times New Roman" panose="02020603050405020304" charset="0"/>
                <a:cs typeface="Times New Roman" panose="02020603050405020304" charset="0"/>
                <a:sym typeface="+mn-ea"/>
              </a:rPr>
              <a:t>There is no collaborative decision-making mechanism between networks and Agents, making end-to-end SLA assurance difficult to achieve?.</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8A87A34-81AB-432B-8DAE-1953F412C126}"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8A87A34-81AB-432B-8DAE-1953F412C126}"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8A87A34-81AB-432B-8DAE-1953F412C126}"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22275" indent="0" algn="ctr">
              <a:buNone/>
              <a:defRPr/>
            </a:lvl2pPr>
            <a:lvl3pPr marL="843915" indent="0" algn="ctr">
              <a:buNone/>
              <a:defRPr/>
            </a:lvl3pPr>
            <a:lvl4pPr marL="1266190" indent="0" algn="ctr">
              <a:buNone/>
              <a:defRPr/>
            </a:lvl4pPr>
            <a:lvl5pPr marL="1688465" indent="0" algn="ctr">
              <a:buNone/>
              <a:defRPr/>
            </a:lvl5pPr>
            <a:lvl6pPr marL="2110105" indent="0" algn="ctr">
              <a:buNone/>
              <a:defRPr/>
            </a:lvl6pPr>
            <a:lvl7pPr marL="2532380" indent="0" algn="ctr">
              <a:buNone/>
              <a:defRPr/>
            </a:lvl7pPr>
            <a:lvl8pPr marL="2954020" indent="0" algn="ctr">
              <a:buNone/>
              <a:defRPr/>
            </a:lvl8pPr>
            <a:lvl9pPr marL="3376295" indent="0" algn="ctr">
              <a:buNone/>
              <a:defRPr/>
            </a:lvl9pPr>
          </a:lstStyle>
          <a:p>
            <a:r>
              <a:rPr lang="en-US"/>
              <a:t>Click to edit Master subtitle style</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247" y="4406902"/>
            <a:ext cx="10363200" cy="1362075"/>
          </a:xfrm>
        </p:spPr>
        <p:txBody>
          <a:bodyPr anchor="t"/>
          <a:lstStyle>
            <a:lvl1pPr algn="l">
              <a:defRPr sz="3690" b="1" cap="all"/>
            </a:lvl1pPr>
          </a:lstStyle>
          <a:p>
            <a:r>
              <a:rPr lang="en-US"/>
              <a:t>Click to edit Master title style</a:t>
            </a:r>
            <a:endParaRPr lang="en-US"/>
          </a:p>
        </p:txBody>
      </p:sp>
      <p:sp>
        <p:nvSpPr>
          <p:cNvPr id="3" name="Text Placeholder 2"/>
          <p:cNvSpPr>
            <a:spLocks noGrp="1"/>
          </p:cNvSpPr>
          <p:nvPr>
            <p:ph type="body" idx="1"/>
          </p:nvPr>
        </p:nvSpPr>
        <p:spPr>
          <a:xfrm>
            <a:off x="963247" y="2906713"/>
            <a:ext cx="10363200" cy="1500187"/>
          </a:xfrm>
        </p:spPr>
        <p:txBody>
          <a:bodyPr anchor="b"/>
          <a:lstStyle>
            <a:lvl1pPr marL="0" indent="0">
              <a:buNone/>
              <a:defRPr sz="1845"/>
            </a:lvl1pPr>
            <a:lvl2pPr marL="422275" indent="0">
              <a:buNone/>
              <a:defRPr sz="1660"/>
            </a:lvl2pPr>
            <a:lvl3pPr marL="843915" indent="0">
              <a:buNone/>
              <a:defRPr sz="1475"/>
            </a:lvl3pPr>
            <a:lvl4pPr marL="1266190" indent="0">
              <a:buNone/>
              <a:defRPr sz="1290"/>
            </a:lvl4pPr>
            <a:lvl5pPr marL="1688465" indent="0">
              <a:buNone/>
              <a:defRPr sz="1290"/>
            </a:lvl5pPr>
            <a:lvl6pPr marL="2110105" indent="0">
              <a:buNone/>
              <a:defRPr sz="1290"/>
            </a:lvl6pPr>
            <a:lvl7pPr marL="2532380" indent="0">
              <a:buNone/>
              <a:defRPr sz="1290"/>
            </a:lvl7pPr>
            <a:lvl8pPr marL="2954020" indent="0">
              <a:buNone/>
              <a:defRPr sz="1290"/>
            </a:lvl8pPr>
            <a:lvl9pPr marL="3376295" indent="0">
              <a:buNone/>
              <a:defRPr sz="1290"/>
            </a:lvl9pPr>
          </a:lstStyle>
          <a:p>
            <a:pPr lvl="0"/>
            <a:r>
              <a:rPr lang="en-US"/>
              <a:t>Click to edit Master text styles</a:t>
            </a: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1320800" y="1981200"/>
            <a:ext cx="4681416" cy="4114800"/>
          </a:xfrm>
        </p:spPr>
        <p:txBody>
          <a:bodyPr/>
          <a:lstStyle>
            <a:lvl1pPr>
              <a:defRPr sz="2585"/>
            </a:lvl1pPr>
            <a:lvl2pPr>
              <a:defRPr sz="2215"/>
            </a:lvl2pPr>
            <a:lvl3pPr>
              <a:defRPr sz="1845"/>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89784" y="1981200"/>
            <a:ext cx="4681416" cy="4114800"/>
          </a:xfrm>
        </p:spPr>
        <p:txBody>
          <a:bodyPr/>
          <a:lstStyle>
            <a:lvl1pPr>
              <a:defRPr sz="2585"/>
            </a:lvl1pPr>
            <a:lvl2pPr>
              <a:defRPr sz="2215"/>
            </a:lvl2pPr>
            <a:lvl3pPr>
              <a:defRPr sz="1845"/>
            </a:lvl3pPr>
            <a:lvl4pPr>
              <a:defRPr sz="1660"/>
            </a:lvl4pPr>
            <a:lvl5pPr>
              <a:defRPr sz="1660"/>
            </a:lvl5pPr>
            <a:lvl6pPr>
              <a:defRPr sz="1660"/>
            </a:lvl6pPr>
            <a:lvl7pPr>
              <a:defRPr sz="1660"/>
            </a:lvl7pPr>
            <a:lvl8pPr>
              <a:defRPr sz="1660"/>
            </a:lvl8pPr>
            <a:lvl9pPr>
              <a:defRPr sz="166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755" cy="639762"/>
          </a:xfrm>
        </p:spPr>
        <p:txBody>
          <a:bodyPr anchor="b"/>
          <a:lstStyle>
            <a:lvl1pPr marL="0" indent="0">
              <a:buNone/>
              <a:defRPr sz="2215" b="1"/>
            </a:lvl1pPr>
            <a:lvl2pPr marL="422275" indent="0">
              <a:buNone/>
              <a:defRPr sz="1845" b="1"/>
            </a:lvl2pPr>
            <a:lvl3pPr marL="843915" indent="0">
              <a:buNone/>
              <a:defRPr sz="1660" b="1"/>
            </a:lvl3pPr>
            <a:lvl4pPr marL="1266190" indent="0">
              <a:buNone/>
              <a:defRPr sz="1475" b="1"/>
            </a:lvl4pPr>
            <a:lvl5pPr marL="1688465" indent="0">
              <a:buNone/>
              <a:defRPr sz="1475" b="1"/>
            </a:lvl5pPr>
            <a:lvl6pPr marL="2110105" indent="0">
              <a:buNone/>
              <a:defRPr sz="1475" b="1"/>
            </a:lvl6pPr>
            <a:lvl7pPr marL="2532380" indent="0">
              <a:buNone/>
              <a:defRPr sz="1475" b="1"/>
            </a:lvl7pPr>
            <a:lvl8pPr marL="2954020" indent="0">
              <a:buNone/>
              <a:defRPr sz="1475" b="1"/>
            </a:lvl8pPr>
            <a:lvl9pPr marL="3376295" indent="0">
              <a:buNone/>
              <a:defRPr sz="1475"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755" cy="3951288"/>
          </a:xfrm>
        </p:spPr>
        <p:txBody>
          <a:bodyPr/>
          <a:lstStyle>
            <a:lvl1pPr>
              <a:defRPr sz="2215"/>
            </a:lvl1pPr>
            <a:lvl2pPr>
              <a:defRPr sz="1845"/>
            </a:lvl2pPr>
            <a:lvl3pPr>
              <a:defRPr sz="1660"/>
            </a:lvl3pPr>
            <a:lvl4pPr>
              <a:defRPr sz="1475"/>
            </a:lvl4pPr>
            <a:lvl5pPr>
              <a:defRPr sz="1475"/>
            </a:lvl5pPr>
            <a:lvl6pPr>
              <a:defRPr sz="1475"/>
            </a:lvl6pPr>
            <a:lvl7pPr>
              <a:defRPr sz="1475"/>
            </a:lvl7pPr>
            <a:lvl8pPr>
              <a:defRPr sz="1475"/>
            </a:lvl8pPr>
            <a:lvl9pPr>
              <a:defRPr sz="147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694" y="1535113"/>
            <a:ext cx="5388708" cy="639762"/>
          </a:xfrm>
        </p:spPr>
        <p:txBody>
          <a:bodyPr anchor="b"/>
          <a:lstStyle>
            <a:lvl1pPr marL="0" indent="0">
              <a:buNone/>
              <a:defRPr sz="2215" b="1"/>
            </a:lvl1pPr>
            <a:lvl2pPr marL="422275" indent="0">
              <a:buNone/>
              <a:defRPr sz="1845" b="1"/>
            </a:lvl2pPr>
            <a:lvl3pPr marL="843915" indent="0">
              <a:buNone/>
              <a:defRPr sz="1660" b="1"/>
            </a:lvl3pPr>
            <a:lvl4pPr marL="1266190" indent="0">
              <a:buNone/>
              <a:defRPr sz="1475" b="1"/>
            </a:lvl4pPr>
            <a:lvl5pPr marL="1688465" indent="0">
              <a:buNone/>
              <a:defRPr sz="1475" b="1"/>
            </a:lvl5pPr>
            <a:lvl6pPr marL="2110105" indent="0">
              <a:buNone/>
              <a:defRPr sz="1475" b="1"/>
            </a:lvl6pPr>
            <a:lvl7pPr marL="2532380" indent="0">
              <a:buNone/>
              <a:defRPr sz="1475" b="1"/>
            </a:lvl7pPr>
            <a:lvl8pPr marL="2954020" indent="0">
              <a:buNone/>
              <a:defRPr sz="1475" b="1"/>
            </a:lvl8pPr>
            <a:lvl9pPr marL="3376295" indent="0">
              <a:buNone/>
              <a:defRPr sz="1475" b="1"/>
            </a:lvl9pPr>
          </a:lstStyle>
          <a:p>
            <a:pPr lvl="0"/>
            <a:r>
              <a:rPr lang="en-US"/>
              <a:t>Click to edit Master text styles</a:t>
            </a:r>
            <a:endParaRPr lang="en-US"/>
          </a:p>
        </p:txBody>
      </p:sp>
      <p:sp>
        <p:nvSpPr>
          <p:cNvPr id="6" name="Content Placeholder 5"/>
          <p:cNvSpPr>
            <a:spLocks noGrp="1"/>
          </p:cNvSpPr>
          <p:nvPr>
            <p:ph sz="quarter" idx="4"/>
          </p:nvPr>
        </p:nvSpPr>
        <p:spPr>
          <a:xfrm>
            <a:off x="6193694" y="2174875"/>
            <a:ext cx="5388708" cy="3951288"/>
          </a:xfrm>
        </p:spPr>
        <p:txBody>
          <a:bodyPr/>
          <a:lstStyle>
            <a:lvl1pPr>
              <a:defRPr sz="2215"/>
            </a:lvl1pPr>
            <a:lvl2pPr>
              <a:defRPr sz="1845"/>
            </a:lvl2pPr>
            <a:lvl3pPr>
              <a:defRPr sz="1660"/>
            </a:lvl3pPr>
            <a:lvl4pPr>
              <a:defRPr sz="1475"/>
            </a:lvl4pPr>
            <a:lvl5pPr>
              <a:defRPr sz="1475"/>
            </a:lvl5pPr>
            <a:lvl6pPr>
              <a:defRPr sz="1475"/>
            </a:lvl6pPr>
            <a:lvl7pPr>
              <a:defRPr sz="1475"/>
            </a:lvl7pPr>
            <a:lvl8pPr>
              <a:defRPr sz="1475"/>
            </a:lvl8pPr>
            <a:lvl9pPr>
              <a:defRPr sz="147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247" cy="1162050"/>
          </a:xfrm>
        </p:spPr>
        <p:txBody>
          <a:bodyPr anchor="b"/>
          <a:lstStyle>
            <a:lvl1pPr algn="l">
              <a:defRPr sz="1845" b="1"/>
            </a:lvl1pPr>
          </a:lstStyle>
          <a:p>
            <a:r>
              <a:rPr lang="en-US"/>
              <a:t>Click to edit Master title style</a:t>
            </a:r>
            <a:endParaRPr lang="en-US"/>
          </a:p>
        </p:txBody>
      </p:sp>
      <p:sp>
        <p:nvSpPr>
          <p:cNvPr id="3" name="Content Placeholder 2"/>
          <p:cNvSpPr>
            <a:spLocks noGrp="1"/>
          </p:cNvSpPr>
          <p:nvPr>
            <p:ph idx="1"/>
          </p:nvPr>
        </p:nvSpPr>
        <p:spPr>
          <a:xfrm>
            <a:off x="4767384" y="273052"/>
            <a:ext cx="6815016" cy="5853113"/>
          </a:xfrm>
        </p:spPr>
        <p:txBody>
          <a:bodyPr/>
          <a:lstStyle>
            <a:lvl1pPr>
              <a:defRPr sz="2955"/>
            </a:lvl1pPr>
            <a:lvl2pPr>
              <a:defRPr sz="2585"/>
            </a:lvl2pPr>
            <a:lvl3pPr>
              <a:defRPr sz="2215"/>
            </a:lvl3pPr>
            <a:lvl4pPr>
              <a:defRPr sz="1845"/>
            </a:lvl4pPr>
            <a:lvl5pPr>
              <a:defRPr sz="1845"/>
            </a:lvl5pPr>
            <a:lvl6pPr>
              <a:defRPr sz="1845"/>
            </a:lvl6pPr>
            <a:lvl7pPr>
              <a:defRPr sz="1845"/>
            </a:lvl7pPr>
            <a:lvl8pPr>
              <a:defRPr sz="1845"/>
            </a:lvl8pPr>
            <a:lvl9pPr>
              <a:defRPr sz="184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1" y="1435102"/>
            <a:ext cx="4011247" cy="4691063"/>
          </a:xfrm>
        </p:spPr>
        <p:txBody>
          <a:bodyPr/>
          <a:lstStyle>
            <a:lvl1pPr marL="0" indent="0">
              <a:buNone/>
              <a:defRPr sz="1290"/>
            </a:lvl1pPr>
            <a:lvl2pPr marL="422275" indent="0">
              <a:buNone/>
              <a:defRPr sz="1110"/>
            </a:lvl2pPr>
            <a:lvl3pPr marL="843915" indent="0">
              <a:buNone/>
              <a:defRPr sz="925"/>
            </a:lvl3pPr>
            <a:lvl4pPr marL="1266190" indent="0">
              <a:buNone/>
              <a:defRPr sz="830"/>
            </a:lvl4pPr>
            <a:lvl5pPr marL="1688465" indent="0">
              <a:buNone/>
              <a:defRPr sz="830"/>
            </a:lvl5pPr>
            <a:lvl6pPr marL="2110105" indent="0">
              <a:buNone/>
              <a:defRPr sz="830"/>
            </a:lvl6pPr>
            <a:lvl7pPr marL="2532380" indent="0">
              <a:buNone/>
              <a:defRPr sz="830"/>
            </a:lvl7pPr>
            <a:lvl8pPr marL="2954020" indent="0">
              <a:buNone/>
              <a:defRPr sz="830"/>
            </a:lvl8pPr>
            <a:lvl9pPr marL="3376295" indent="0">
              <a:buNone/>
              <a:defRPr sz="830"/>
            </a:lvl9pPr>
          </a:lstStyle>
          <a:p>
            <a:pPr lvl="0"/>
            <a:r>
              <a:rPr lang="en-US"/>
              <a:t>Click to edit Master text styles</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5" y="4800600"/>
            <a:ext cx="7315200" cy="566738"/>
          </a:xfrm>
        </p:spPr>
        <p:txBody>
          <a:bodyPr anchor="b"/>
          <a:lstStyle>
            <a:lvl1pPr algn="l">
              <a:defRPr sz="1845" b="1"/>
            </a:lvl1pPr>
          </a:lstStyle>
          <a:p>
            <a:r>
              <a:rPr lang="en-US"/>
              <a:t>Click to edit Master title style</a:t>
            </a:r>
            <a:endParaRPr lang="en-US"/>
          </a:p>
        </p:txBody>
      </p:sp>
      <p:sp>
        <p:nvSpPr>
          <p:cNvPr id="3" name="Picture Placeholder 2"/>
          <p:cNvSpPr>
            <a:spLocks noGrp="1"/>
          </p:cNvSpPr>
          <p:nvPr>
            <p:ph type="pic" idx="1"/>
          </p:nvPr>
        </p:nvSpPr>
        <p:spPr>
          <a:xfrm>
            <a:off x="2389555" y="612775"/>
            <a:ext cx="7315200" cy="4114800"/>
          </a:xfrm>
        </p:spPr>
        <p:txBody>
          <a:bodyPr/>
          <a:lstStyle>
            <a:lvl1pPr marL="0" indent="0">
              <a:buNone/>
              <a:defRPr sz="2955"/>
            </a:lvl1pPr>
            <a:lvl2pPr marL="422275" indent="0">
              <a:buNone/>
              <a:defRPr sz="2585"/>
            </a:lvl2pPr>
            <a:lvl3pPr marL="843915" indent="0">
              <a:buNone/>
              <a:defRPr sz="2215"/>
            </a:lvl3pPr>
            <a:lvl4pPr marL="1266190" indent="0">
              <a:buNone/>
              <a:defRPr sz="1845"/>
            </a:lvl4pPr>
            <a:lvl5pPr marL="1688465" indent="0">
              <a:buNone/>
              <a:defRPr sz="1845"/>
            </a:lvl5pPr>
            <a:lvl6pPr marL="2110105" indent="0">
              <a:buNone/>
              <a:defRPr sz="1845"/>
            </a:lvl6pPr>
            <a:lvl7pPr marL="2532380" indent="0">
              <a:buNone/>
              <a:defRPr sz="1845"/>
            </a:lvl7pPr>
            <a:lvl8pPr marL="2954020" indent="0">
              <a:buNone/>
              <a:defRPr sz="1845"/>
            </a:lvl8pPr>
            <a:lvl9pPr marL="3376295" indent="0">
              <a:buNone/>
              <a:defRPr sz="1845"/>
            </a:lvl9pPr>
          </a:lstStyle>
          <a:p>
            <a:pPr lvl="0"/>
            <a:endParaRPr lang="en-US" noProof="0"/>
          </a:p>
        </p:txBody>
      </p:sp>
      <p:sp>
        <p:nvSpPr>
          <p:cNvPr id="4" name="Text Placeholder 3"/>
          <p:cNvSpPr>
            <a:spLocks noGrp="1"/>
          </p:cNvSpPr>
          <p:nvPr>
            <p:ph type="body" sz="half" idx="2"/>
          </p:nvPr>
        </p:nvSpPr>
        <p:spPr>
          <a:xfrm>
            <a:off x="2389555" y="5367338"/>
            <a:ext cx="7315200" cy="804862"/>
          </a:xfrm>
        </p:spPr>
        <p:txBody>
          <a:bodyPr/>
          <a:lstStyle>
            <a:lvl1pPr marL="0" indent="0">
              <a:buNone/>
              <a:defRPr sz="1290"/>
            </a:lvl1pPr>
            <a:lvl2pPr marL="422275" indent="0">
              <a:buNone/>
              <a:defRPr sz="1110"/>
            </a:lvl2pPr>
            <a:lvl3pPr marL="843915" indent="0">
              <a:buNone/>
              <a:defRPr sz="925"/>
            </a:lvl3pPr>
            <a:lvl4pPr marL="1266190" indent="0">
              <a:buNone/>
              <a:defRPr sz="830"/>
            </a:lvl4pPr>
            <a:lvl5pPr marL="1688465" indent="0">
              <a:buNone/>
              <a:defRPr sz="830"/>
            </a:lvl5pPr>
            <a:lvl6pPr marL="2110105" indent="0">
              <a:buNone/>
              <a:defRPr sz="830"/>
            </a:lvl6pPr>
            <a:lvl7pPr marL="2532380" indent="0">
              <a:buNone/>
              <a:defRPr sz="830"/>
            </a:lvl7pPr>
            <a:lvl8pPr marL="2954020" indent="0">
              <a:buNone/>
              <a:defRPr sz="830"/>
            </a:lvl8pPr>
            <a:lvl9pPr marL="3376295" indent="0">
              <a:buNone/>
              <a:defRPr sz="830"/>
            </a:lvl9pPr>
          </a:lstStyle>
          <a:p>
            <a:pPr lvl="0"/>
            <a:r>
              <a:rPr lang="en-US"/>
              <a:t>Click to edit Master text styles</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83600" y="609600"/>
            <a:ext cx="2387600"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1320802" y="609600"/>
            <a:ext cx="6975231"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3" Type="http://schemas.openxmlformats.org/officeDocument/2006/relationships/theme" Target="../theme/theme2.xml"/><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118"/>
          <p:cNvGrpSpPr/>
          <p:nvPr/>
        </p:nvGrpSpPr>
        <p:grpSpPr bwMode="auto">
          <a:xfrm>
            <a:off x="93134" y="79376"/>
            <a:ext cx="11940117" cy="6640513"/>
            <a:chOff x="44" y="50"/>
            <a:chExt cx="5641" cy="4183"/>
          </a:xfrm>
        </p:grpSpPr>
        <p:grpSp>
          <p:nvGrpSpPr>
            <p:cNvPr id="2054" name="Group 116"/>
            <p:cNvGrpSpPr/>
            <p:nvPr/>
          </p:nvGrpSpPr>
          <p:grpSpPr bwMode="auto">
            <a:xfrm>
              <a:off x="44" y="50"/>
              <a:ext cx="5641" cy="4183"/>
              <a:chOff x="44" y="50"/>
              <a:chExt cx="5641" cy="4183"/>
            </a:xfrm>
          </p:grpSpPr>
          <p:grpSp>
            <p:nvGrpSpPr>
              <p:cNvPr id="2056" name="Group 58"/>
              <p:cNvGrpSpPr/>
              <p:nvPr/>
            </p:nvGrpSpPr>
            <p:grpSpPr bwMode="auto">
              <a:xfrm>
                <a:off x="44" y="50"/>
                <a:ext cx="692" cy="1021"/>
                <a:chOff x="44" y="50"/>
                <a:chExt cx="692" cy="1021"/>
              </a:xfrm>
            </p:grpSpPr>
            <p:grpSp>
              <p:nvGrpSpPr>
                <p:cNvPr id="2114" name="Group 8"/>
                <p:cNvGrpSpPr/>
                <p:nvPr/>
              </p:nvGrpSpPr>
              <p:grpSpPr bwMode="auto">
                <a:xfrm>
                  <a:off x="44" y="50"/>
                  <a:ext cx="692" cy="68"/>
                  <a:chOff x="44" y="50"/>
                  <a:chExt cx="692" cy="68"/>
                </a:xfrm>
              </p:grpSpPr>
              <p:sp>
                <p:nvSpPr>
                  <p:cNvPr id="3" name="Rectangle 2"/>
                  <p:cNvSpPr>
                    <a:spLocks noChangeArrowheads="1"/>
                  </p:cNvSpPr>
                  <p:nvPr/>
                </p:nvSpPr>
                <p:spPr bwMode="auto">
                  <a:xfrm>
                    <a:off x="44" y="50"/>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4" name="Rectangle 3"/>
                  <p:cNvSpPr>
                    <a:spLocks noChangeArrowheads="1"/>
                  </p:cNvSpPr>
                  <p:nvPr/>
                </p:nvSpPr>
                <p:spPr bwMode="auto">
                  <a:xfrm>
                    <a:off x="170" y="50"/>
                    <a:ext cx="59"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5" name="Rectangle 4"/>
                  <p:cNvSpPr>
                    <a:spLocks noChangeArrowheads="1"/>
                  </p:cNvSpPr>
                  <p:nvPr/>
                </p:nvSpPr>
                <p:spPr bwMode="auto">
                  <a:xfrm>
                    <a:off x="297" y="50"/>
                    <a:ext cx="59"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6" name="Rectangle 5"/>
                  <p:cNvSpPr>
                    <a:spLocks noChangeArrowheads="1"/>
                  </p:cNvSpPr>
                  <p:nvPr/>
                </p:nvSpPr>
                <p:spPr bwMode="auto">
                  <a:xfrm>
                    <a:off x="423" y="50"/>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7" name="Rectangle 6"/>
                  <p:cNvSpPr>
                    <a:spLocks noChangeArrowheads="1"/>
                  </p:cNvSpPr>
                  <p:nvPr/>
                </p:nvSpPr>
                <p:spPr bwMode="auto">
                  <a:xfrm>
                    <a:off x="549" y="50"/>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31" name="Rectangle 7"/>
                  <p:cNvSpPr>
                    <a:spLocks noChangeArrowheads="1"/>
                  </p:cNvSpPr>
                  <p:nvPr/>
                </p:nvSpPr>
                <p:spPr bwMode="auto">
                  <a:xfrm>
                    <a:off x="676" y="50"/>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15" name="Group 15"/>
                <p:cNvGrpSpPr/>
                <p:nvPr/>
              </p:nvGrpSpPr>
              <p:grpSpPr bwMode="auto">
                <a:xfrm>
                  <a:off x="44" y="184"/>
                  <a:ext cx="692" cy="68"/>
                  <a:chOff x="44" y="184"/>
                  <a:chExt cx="692" cy="68"/>
                </a:xfrm>
              </p:grpSpPr>
              <p:sp>
                <p:nvSpPr>
                  <p:cNvPr id="9" name="Rectangle 9"/>
                  <p:cNvSpPr>
                    <a:spLocks noChangeArrowheads="1"/>
                  </p:cNvSpPr>
                  <p:nvPr/>
                </p:nvSpPr>
                <p:spPr bwMode="auto">
                  <a:xfrm>
                    <a:off x="44" y="184"/>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 name="Rectangle 10"/>
                  <p:cNvSpPr>
                    <a:spLocks noChangeArrowheads="1"/>
                  </p:cNvSpPr>
                  <p:nvPr/>
                </p:nvSpPr>
                <p:spPr bwMode="auto">
                  <a:xfrm>
                    <a:off x="170" y="184"/>
                    <a:ext cx="59"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 name="Rectangle 11"/>
                  <p:cNvSpPr>
                    <a:spLocks noChangeArrowheads="1"/>
                  </p:cNvSpPr>
                  <p:nvPr/>
                </p:nvSpPr>
                <p:spPr bwMode="auto">
                  <a:xfrm>
                    <a:off x="297" y="184"/>
                    <a:ext cx="59"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2" name="Rectangle 12"/>
                  <p:cNvSpPr>
                    <a:spLocks noChangeArrowheads="1"/>
                  </p:cNvSpPr>
                  <p:nvPr/>
                </p:nvSpPr>
                <p:spPr bwMode="auto">
                  <a:xfrm>
                    <a:off x="423" y="184"/>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3" name="Rectangle 13"/>
                  <p:cNvSpPr>
                    <a:spLocks noChangeArrowheads="1"/>
                  </p:cNvSpPr>
                  <p:nvPr/>
                </p:nvSpPr>
                <p:spPr bwMode="auto">
                  <a:xfrm>
                    <a:off x="549" y="184"/>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4" name="Rectangle 14"/>
                  <p:cNvSpPr>
                    <a:spLocks noChangeArrowheads="1"/>
                  </p:cNvSpPr>
                  <p:nvPr/>
                </p:nvSpPr>
                <p:spPr bwMode="auto">
                  <a:xfrm>
                    <a:off x="676" y="184"/>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16" name="Group 22"/>
                <p:cNvGrpSpPr/>
                <p:nvPr/>
              </p:nvGrpSpPr>
              <p:grpSpPr bwMode="auto">
                <a:xfrm>
                  <a:off x="44" y="321"/>
                  <a:ext cx="692" cy="68"/>
                  <a:chOff x="44" y="321"/>
                  <a:chExt cx="692" cy="68"/>
                </a:xfrm>
              </p:grpSpPr>
              <p:sp>
                <p:nvSpPr>
                  <p:cNvPr id="16" name="Rectangle 16"/>
                  <p:cNvSpPr>
                    <a:spLocks noChangeArrowheads="1"/>
                  </p:cNvSpPr>
                  <p:nvPr/>
                </p:nvSpPr>
                <p:spPr bwMode="auto">
                  <a:xfrm>
                    <a:off x="44" y="321"/>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7" name="Rectangle 17"/>
                  <p:cNvSpPr>
                    <a:spLocks noChangeArrowheads="1"/>
                  </p:cNvSpPr>
                  <p:nvPr/>
                </p:nvSpPr>
                <p:spPr bwMode="auto">
                  <a:xfrm>
                    <a:off x="170" y="321"/>
                    <a:ext cx="59"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2" name="Rectangle 18"/>
                  <p:cNvSpPr>
                    <a:spLocks noChangeArrowheads="1"/>
                  </p:cNvSpPr>
                  <p:nvPr/>
                </p:nvSpPr>
                <p:spPr bwMode="auto">
                  <a:xfrm>
                    <a:off x="297" y="321"/>
                    <a:ext cx="59"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3" name="Rectangle 19"/>
                  <p:cNvSpPr>
                    <a:spLocks noChangeArrowheads="1"/>
                  </p:cNvSpPr>
                  <p:nvPr/>
                </p:nvSpPr>
                <p:spPr bwMode="auto">
                  <a:xfrm>
                    <a:off x="423" y="321"/>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4" name="Rectangle 20"/>
                  <p:cNvSpPr>
                    <a:spLocks noChangeArrowheads="1"/>
                  </p:cNvSpPr>
                  <p:nvPr/>
                </p:nvSpPr>
                <p:spPr bwMode="auto">
                  <a:xfrm>
                    <a:off x="549" y="321"/>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5" name="Rectangle 21"/>
                  <p:cNvSpPr>
                    <a:spLocks noChangeArrowheads="1"/>
                  </p:cNvSpPr>
                  <p:nvPr/>
                </p:nvSpPr>
                <p:spPr bwMode="auto">
                  <a:xfrm>
                    <a:off x="676" y="321"/>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17" name="Group 29"/>
                <p:cNvGrpSpPr/>
                <p:nvPr/>
              </p:nvGrpSpPr>
              <p:grpSpPr bwMode="auto">
                <a:xfrm>
                  <a:off x="44" y="458"/>
                  <a:ext cx="692" cy="68"/>
                  <a:chOff x="44" y="458"/>
                  <a:chExt cx="692" cy="68"/>
                </a:xfrm>
              </p:grpSpPr>
              <p:sp>
                <p:nvSpPr>
                  <p:cNvPr id="1047" name="Rectangle 23"/>
                  <p:cNvSpPr>
                    <a:spLocks noChangeArrowheads="1"/>
                  </p:cNvSpPr>
                  <p:nvPr/>
                </p:nvSpPr>
                <p:spPr bwMode="auto">
                  <a:xfrm>
                    <a:off x="44" y="458"/>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8" name="Rectangle 24"/>
                  <p:cNvSpPr>
                    <a:spLocks noChangeArrowheads="1"/>
                  </p:cNvSpPr>
                  <p:nvPr/>
                </p:nvSpPr>
                <p:spPr bwMode="auto">
                  <a:xfrm>
                    <a:off x="170" y="458"/>
                    <a:ext cx="59"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49" name="Rectangle 25"/>
                  <p:cNvSpPr>
                    <a:spLocks noChangeArrowheads="1"/>
                  </p:cNvSpPr>
                  <p:nvPr/>
                </p:nvSpPr>
                <p:spPr bwMode="auto">
                  <a:xfrm>
                    <a:off x="297" y="458"/>
                    <a:ext cx="59"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0" name="Rectangle 26"/>
                  <p:cNvSpPr>
                    <a:spLocks noChangeArrowheads="1"/>
                  </p:cNvSpPr>
                  <p:nvPr/>
                </p:nvSpPr>
                <p:spPr bwMode="auto">
                  <a:xfrm>
                    <a:off x="423" y="458"/>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1" name="Rectangle 27"/>
                  <p:cNvSpPr>
                    <a:spLocks noChangeArrowheads="1"/>
                  </p:cNvSpPr>
                  <p:nvPr/>
                </p:nvSpPr>
                <p:spPr bwMode="auto">
                  <a:xfrm>
                    <a:off x="549" y="458"/>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2" name="Rectangle 28"/>
                  <p:cNvSpPr>
                    <a:spLocks noChangeArrowheads="1"/>
                  </p:cNvSpPr>
                  <p:nvPr/>
                </p:nvSpPr>
                <p:spPr bwMode="auto">
                  <a:xfrm>
                    <a:off x="676" y="458"/>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18" name="Group 36"/>
                <p:cNvGrpSpPr/>
                <p:nvPr/>
              </p:nvGrpSpPr>
              <p:grpSpPr bwMode="auto">
                <a:xfrm>
                  <a:off x="44" y="593"/>
                  <a:ext cx="692" cy="68"/>
                  <a:chOff x="44" y="593"/>
                  <a:chExt cx="692" cy="68"/>
                </a:xfrm>
              </p:grpSpPr>
              <p:sp>
                <p:nvSpPr>
                  <p:cNvPr id="1054" name="Rectangle 30"/>
                  <p:cNvSpPr>
                    <a:spLocks noChangeArrowheads="1"/>
                  </p:cNvSpPr>
                  <p:nvPr/>
                </p:nvSpPr>
                <p:spPr bwMode="auto">
                  <a:xfrm>
                    <a:off x="44" y="593"/>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5" name="Rectangle 31"/>
                  <p:cNvSpPr>
                    <a:spLocks noChangeArrowheads="1"/>
                  </p:cNvSpPr>
                  <p:nvPr/>
                </p:nvSpPr>
                <p:spPr bwMode="auto">
                  <a:xfrm>
                    <a:off x="170" y="593"/>
                    <a:ext cx="59"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6" name="Rectangle 32"/>
                  <p:cNvSpPr>
                    <a:spLocks noChangeArrowheads="1"/>
                  </p:cNvSpPr>
                  <p:nvPr/>
                </p:nvSpPr>
                <p:spPr bwMode="auto">
                  <a:xfrm>
                    <a:off x="297" y="593"/>
                    <a:ext cx="59"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7" name="Rectangle 33"/>
                  <p:cNvSpPr>
                    <a:spLocks noChangeArrowheads="1"/>
                  </p:cNvSpPr>
                  <p:nvPr/>
                </p:nvSpPr>
                <p:spPr bwMode="auto">
                  <a:xfrm>
                    <a:off x="423" y="593"/>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8" name="Rectangle 34"/>
                  <p:cNvSpPr>
                    <a:spLocks noChangeArrowheads="1"/>
                  </p:cNvSpPr>
                  <p:nvPr/>
                </p:nvSpPr>
                <p:spPr bwMode="auto">
                  <a:xfrm>
                    <a:off x="549" y="593"/>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59" name="Rectangle 35"/>
                  <p:cNvSpPr>
                    <a:spLocks noChangeArrowheads="1"/>
                  </p:cNvSpPr>
                  <p:nvPr/>
                </p:nvSpPr>
                <p:spPr bwMode="auto">
                  <a:xfrm>
                    <a:off x="676" y="593"/>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19" name="Group 43"/>
                <p:cNvGrpSpPr/>
                <p:nvPr/>
              </p:nvGrpSpPr>
              <p:grpSpPr bwMode="auto">
                <a:xfrm>
                  <a:off x="44" y="730"/>
                  <a:ext cx="692" cy="68"/>
                  <a:chOff x="44" y="730"/>
                  <a:chExt cx="692" cy="68"/>
                </a:xfrm>
              </p:grpSpPr>
              <p:sp>
                <p:nvSpPr>
                  <p:cNvPr id="1061" name="Rectangle 37"/>
                  <p:cNvSpPr>
                    <a:spLocks noChangeArrowheads="1"/>
                  </p:cNvSpPr>
                  <p:nvPr/>
                </p:nvSpPr>
                <p:spPr bwMode="auto">
                  <a:xfrm>
                    <a:off x="44" y="730"/>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2" name="Rectangle 38"/>
                  <p:cNvSpPr>
                    <a:spLocks noChangeArrowheads="1"/>
                  </p:cNvSpPr>
                  <p:nvPr/>
                </p:nvSpPr>
                <p:spPr bwMode="auto">
                  <a:xfrm>
                    <a:off x="170" y="730"/>
                    <a:ext cx="59"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3" name="Rectangle 39"/>
                  <p:cNvSpPr>
                    <a:spLocks noChangeArrowheads="1"/>
                  </p:cNvSpPr>
                  <p:nvPr/>
                </p:nvSpPr>
                <p:spPr bwMode="auto">
                  <a:xfrm>
                    <a:off x="297" y="730"/>
                    <a:ext cx="59"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4" name="Rectangle 40"/>
                  <p:cNvSpPr>
                    <a:spLocks noChangeArrowheads="1"/>
                  </p:cNvSpPr>
                  <p:nvPr/>
                </p:nvSpPr>
                <p:spPr bwMode="auto">
                  <a:xfrm>
                    <a:off x="423" y="730"/>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5" name="Rectangle 41"/>
                  <p:cNvSpPr>
                    <a:spLocks noChangeArrowheads="1"/>
                  </p:cNvSpPr>
                  <p:nvPr/>
                </p:nvSpPr>
                <p:spPr bwMode="auto">
                  <a:xfrm>
                    <a:off x="549" y="730"/>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6" name="Rectangle 42"/>
                  <p:cNvSpPr>
                    <a:spLocks noChangeArrowheads="1"/>
                  </p:cNvSpPr>
                  <p:nvPr/>
                </p:nvSpPr>
                <p:spPr bwMode="auto">
                  <a:xfrm>
                    <a:off x="676" y="730"/>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20" name="Group 50"/>
                <p:cNvGrpSpPr/>
                <p:nvPr/>
              </p:nvGrpSpPr>
              <p:grpSpPr bwMode="auto">
                <a:xfrm>
                  <a:off x="44" y="866"/>
                  <a:ext cx="692" cy="68"/>
                  <a:chOff x="44" y="866"/>
                  <a:chExt cx="692" cy="68"/>
                </a:xfrm>
              </p:grpSpPr>
              <p:sp>
                <p:nvSpPr>
                  <p:cNvPr id="1068" name="Rectangle 44"/>
                  <p:cNvSpPr>
                    <a:spLocks noChangeArrowheads="1"/>
                  </p:cNvSpPr>
                  <p:nvPr/>
                </p:nvSpPr>
                <p:spPr bwMode="auto">
                  <a:xfrm>
                    <a:off x="44" y="86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69" name="Rectangle 45"/>
                  <p:cNvSpPr>
                    <a:spLocks noChangeArrowheads="1"/>
                  </p:cNvSpPr>
                  <p:nvPr/>
                </p:nvSpPr>
                <p:spPr bwMode="auto">
                  <a:xfrm>
                    <a:off x="170" y="866"/>
                    <a:ext cx="59"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0" name="Rectangle 46"/>
                  <p:cNvSpPr>
                    <a:spLocks noChangeArrowheads="1"/>
                  </p:cNvSpPr>
                  <p:nvPr/>
                </p:nvSpPr>
                <p:spPr bwMode="auto">
                  <a:xfrm>
                    <a:off x="297" y="866"/>
                    <a:ext cx="59"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1" name="Rectangle 47"/>
                  <p:cNvSpPr>
                    <a:spLocks noChangeArrowheads="1"/>
                  </p:cNvSpPr>
                  <p:nvPr/>
                </p:nvSpPr>
                <p:spPr bwMode="auto">
                  <a:xfrm>
                    <a:off x="423" y="86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2" name="Rectangle 48"/>
                  <p:cNvSpPr>
                    <a:spLocks noChangeArrowheads="1"/>
                  </p:cNvSpPr>
                  <p:nvPr/>
                </p:nvSpPr>
                <p:spPr bwMode="auto">
                  <a:xfrm>
                    <a:off x="549" y="86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3" name="Rectangle 49"/>
                  <p:cNvSpPr>
                    <a:spLocks noChangeArrowheads="1"/>
                  </p:cNvSpPr>
                  <p:nvPr/>
                </p:nvSpPr>
                <p:spPr bwMode="auto">
                  <a:xfrm>
                    <a:off x="676" y="86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121" name="Group 57"/>
                <p:cNvGrpSpPr/>
                <p:nvPr/>
              </p:nvGrpSpPr>
              <p:grpSpPr bwMode="auto">
                <a:xfrm>
                  <a:off x="44" y="1003"/>
                  <a:ext cx="692" cy="68"/>
                  <a:chOff x="44" y="1003"/>
                  <a:chExt cx="692" cy="68"/>
                </a:xfrm>
              </p:grpSpPr>
              <p:sp>
                <p:nvSpPr>
                  <p:cNvPr id="1075" name="Rectangle 51"/>
                  <p:cNvSpPr>
                    <a:spLocks noChangeArrowheads="1"/>
                  </p:cNvSpPr>
                  <p:nvPr/>
                </p:nvSpPr>
                <p:spPr bwMode="auto">
                  <a:xfrm>
                    <a:off x="44" y="1003"/>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6" name="Rectangle 52"/>
                  <p:cNvSpPr>
                    <a:spLocks noChangeArrowheads="1"/>
                  </p:cNvSpPr>
                  <p:nvPr/>
                </p:nvSpPr>
                <p:spPr bwMode="auto">
                  <a:xfrm>
                    <a:off x="170" y="1003"/>
                    <a:ext cx="59"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7" name="Rectangle 53"/>
                  <p:cNvSpPr>
                    <a:spLocks noChangeArrowheads="1"/>
                  </p:cNvSpPr>
                  <p:nvPr/>
                </p:nvSpPr>
                <p:spPr bwMode="auto">
                  <a:xfrm>
                    <a:off x="297" y="1003"/>
                    <a:ext cx="59"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8" name="Rectangle 54"/>
                  <p:cNvSpPr>
                    <a:spLocks noChangeArrowheads="1"/>
                  </p:cNvSpPr>
                  <p:nvPr/>
                </p:nvSpPr>
                <p:spPr bwMode="auto">
                  <a:xfrm>
                    <a:off x="423" y="1003"/>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79" name="Rectangle 55"/>
                  <p:cNvSpPr>
                    <a:spLocks noChangeArrowheads="1"/>
                  </p:cNvSpPr>
                  <p:nvPr/>
                </p:nvSpPr>
                <p:spPr bwMode="auto">
                  <a:xfrm>
                    <a:off x="549" y="1003"/>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0" name="Rectangle 56"/>
                  <p:cNvSpPr>
                    <a:spLocks noChangeArrowheads="1"/>
                  </p:cNvSpPr>
                  <p:nvPr/>
                </p:nvSpPr>
                <p:spPr bwMode="auto">
                  <a:xfrm>
                    <a:off x="676" y="1003"/>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grpSp>
            <p:nvGrpSpPr>
              <p:cNvPr id="2057" name="Group 115"/>
              <p:cNvGrpSpPr/>
              <p:nvPr/>
            </p:nvGrpSpPr>
            <p:grpSpPr bwMode="auto">
              <a:xfrm>
                <a:off x="4994" y="3212"/>
                <a:ext cx="691" cy="1021"/>
                <a:chOff x="4994" y="3212"/>
                <a:chExt cx="691" cy="1021"/>
              </a:xfrm>
            </p:grpSpPr>
            <p:grpSp>
              <p:nvGrpSpPr>
                <p:cNvPr id="2058" name="Group 65"/>
                <p:cNvGrpSpPr/>
                <p:nvPr/>
              </p:nvGrpSpPr>
              <p:grpSpPr bwMode="auto">
                <a:xfrm>
                  <a:off x="4994" y="3212"/>
                  <a:ext cx="691" cy="68"/>
                  <a:chOff x="4994" y="3212"/>
                  <a:chExt cx="691" cy="68"/>
                </a:xfrm>
              </p:grpSpPr>
              <p:sp>
                <p:nvSpPr>
                  <p:cNvPr id="1083" name="Rectangle 59"/>
                  <p:cNvSpPr>
                    <a:spLocks noChangeArrowheads="1"/>
                  </p:cNvSpPr>
                  <p:nvPr/>
                </p:nvSpPr>
                <p:spPr bwMode="auto">
                  <a:xfrm>
                    <a:off x="4994" y="3212"/>
                    <a:ext cx="59"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4" name="Rectangle 60"/>
                  <p:cNvSpPr>
                    <a:spLocks noChangeArrowheads="1"/>
                  </p:cNvSpPr>
                  <p:nvPr/>
                </p:nvSpPr>
                <p:spPr bwMode="auto">
                  <a:xfrm>
                    <a:off x="5115" y="3212"/>
                    <a:ext cx="65"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5" name="Rectangle 61"/>
                  <p:cNvSpPr>
                    <a:spLocks noChangeArrowheads="1"/>
                  </p:cNvSpPr>
                  <p:nvPr/>
                </p:nvSpPr>
                <p:spPr bwMode="auto">
                  <a:xfrm>
                    <a:off x="5246" y="3212"/>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6" name="Rectangle 62"/>
                  <p:cNvSpPr>
                    <a:spLocks noChangeArrowheads="1"/>
                  </p:cNvSpPr>
                  <p:nvPr/>
                </p:nvSpPr>
                <p:spPr bwMode="auto">
                  <a:xfrm>
                    <a:off x="5372" y="3212"/>
                    <a:ext cx="60"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7" name="Rectangle 63"/>
                  <p:cNvSpPr>
                    <a:spLocks noChangeArrowheads="1"/>
                  </p:cNvSpPr>
                  <p:nvPr/>
                </p:nvSpPr>
                <p:spPr bwMode="auto">
                  <a:xfrm>
                    <a:off x="5499" y="3212"/>
                    <a:ext cx="59"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88" name="Rectangle 64"/>
                  <p:cNvSpPr>
                    <a:spLocks noChangeArrowheads="1"/>
                  </p:cNvSpPr>
                  <p:nvPr/>
                </p:nvSpPr>
                <p:spPr bwMode="auto">
                  <a:xfrm>
                    <a:off x="5626" y="3212"/>
                    <a:ext cx="59" cy="68"/>
                  </a:xfrm>
                  <a:prstGeom prst="rect">
                    <a:avLst/>
                  </a:prstGeom>
                  <a:solidFill>
                    <a:srgbClr val="DADADA"/>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59" name="Group 72"/>
                <p:cNvGrpSpPr/>
                <p:nvPr/>
              </p:nvGrpSpPr>
              <p:grpSpPr bwMode="auto">
                <a:xfrm>
                  <a:off x="4994" y="3346"/>
                  <a:ext cx="691" cy="68"/>
                  <a:chOff x="4994" y="3346"/>
                  <a:chExt cx="691" cy="68"/>
                </a:xfrm>
              </p:grpSpPr>
              <p:sp>
                <p:nvSpPr>
                  <p:cNvPr id="1090" name="Rectangle 66"/>
                  <p:cNvSpPr>
                    <a:spLocks noChangeArrowheads="1"/>
                  </p:cNvSpPr>
                  <p:nvPr/>
                </p:nvSpPr>
                <p:spPr bwMode="auto">
                  <a:xfrm>
                    <a:off x="4994" y="3346"/>
                    <a:ext cx="59"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1" name="Rectangle 67"/>
                  <p:cNvSpPr>
                    <a:spLocks noChangeArrowheads="1"/>
                  </p:cNvSpPr>
                  <p:nvPr/>
                </p:nvSpPr>
                <p:spPr bwMode="auto">
                  <a:xfrm>
                    <a:off x="5115" y="3346"/>
                    <a:ext cx="65"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2" name="Rectangle 68"/>
                  <p:cNvSpPr>
                    <a:spLocks noChangeArrowheads="1"/>
                  </p:cNvSpPr>
                  <p:nvPr/>
                </p:nvSpPr>
                <p:spPr bwMode="auto">
                  <a:xfrm>
                    <a:off x="5246" y="334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3" name="Rectangle 69"/>
                  <p:cNvSpPr>
                    <a:spLocks noChangeArrowheads="1"/>
                  </p:cNvSpPr>
                  <p:nvPr/>
                </p:nvSpPr>
                <p:spPr bwMode="auto">
                  <a:xfrm>
                    <a:off x="5372" y="3346"/>
                    <a:ext cx="60"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4" name="Rectangle 70"/>
                  <p:cNvSpPr>
                    <a:spLocks noChangeArrowheads="1"/>
                  </p:cNvSpPr>
                  <p:nvPr/>
                </p:nvSpPr>
                <p:spPr bwMode="auto">
                  <a:xfrm>
                    <a:off x="5499" y="3346"/>
                    <a:ext cx="59"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5" name="Rectangle 71"/>
                  <p:cNvSpPr>
                    <a:spLocks noChangeArrowheads="1"/>
                  </p:cNvSpPr>
                  <p:nvPr/>
                </p:nvSpPr>
                <p:spPr bwMode="auto">
                  <a:xfrm>
                    <a:off x="5626" y="3346"/>
                    <a:ext cx="59" cy="68"/>
                  </a:xfrm>
                  <a:prstGeom prst="rect">
                    <a:avLst/>
                  </a:prstGeom>
                  <a:solidFill>
                    <a:srgbClr val="CECECE"/>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0" name="Group 79"/>
                <p:cNvGrpSpPr/>
                <p:nvPr/>
              </p:nvGrpSpPr>
              <p:grpSpPr bwMode="auto">
                <a:xfrm>
                  <a:off x="4994" y="3483"/>
                  <a:ext cx="691" cy="68"/>
                  <a:chOff x="4994" y="3483"/>
                  <a:chExt cx="691" cy="68"/>
                </a:xfrm>
              </p:grpSpPr>
              <p:sp>
                <p:nvSpPr>
                  <p:cNvPr id="1097" name="Rectangle 73"/>
                  <p:cNvSpPr>
                    <a:spLocks noChangeArrowheads="1"/>
                  </p:cNvSpPr>
                  <p:nvPr/>
                </p:nvSpPr>
                <p:spPr bwMode="auto">
                  <a:xfrm>
                    <a:off x="4994" y="3483"/>
                    <a:ext cx="59"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8" name="Rectangle 74"/>
                  <p:cNvSpPr>
                    <a:spLocks noChangeArrowheads="1"/>
                  </p:cNvSpPr>
                  <p:nvPr/>
                </p:nvSpPr>
                <p:spPr bwMode="auto">
                  <a:xfrm>
                    <a:off x="5115" y="3483"/>
                    <a:ext cx="65"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099" name="Rectangle 75"/>
                  <p:cNvSpPr>
                    <a:spLocks noChangeArrowheads="1"/>
                  </p:cNvSpPr>
                  <p:nvPr/>
                </p:nvSpPr>
                <p:spPr bwMode="auto">
                  <a:xfrm>
                    <a:off x="5246" y="3483"/>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0" name="Rectangle 76"/>
                  <p:cNvSpPr>
                    <a:spLocks noChangeArrowheads="1"/>
                  </p:cNvSpPr>
                  <p:nvPr/>
                </p:nvSpPr>
                <p:spPr bwMode="auto">
                  <a:xfrm>
                    <a:off x="5372" y="3483"/>
                    <a:ext cx="60"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1" name="Rectangle 77"/>
                  <p:cNvSpPr>
                    <a:spLocks noChangeArrowheads="1"/>
                  </p:cNvSpPr>
                  <p:nvPr/>
                </p:nvSpPr>
                <p:spPr bwMode="auto">
                  <a:xfrm>
                    <a:off x="5499" y="3483"/>
                    <a:ext cx="59"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2" name="Rectangle 78"/>
                  <p:cNvSpPr>
                    <a:spLocks noChangeArrowheads="1"/>
                  </p:cNvSpPr>
                  <p:nvPr/>
                </p:nvSpPr>
                <p:spPr bwMode="auto">
                  <a:xfrm>
                    <a:off x="5626" y="3483"/>
                    <a:ext cx="59" cy="68"/>
                  </a:xfrm>
                  <a:prstGeom prst="rect">
                    <a:avLst/>
                  </a:prstGeom>
                  <a:solidFill>
                    <a:srgbClr val="A1A1A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1" name="Group 86"/>
                <p:cNvGrpSpPr/>
                <p:nvPr/>
              </p:nvGrpSpPr>
              <p:grpSpPr bwMode="auto">
                <a:xfrm>
                  <a:off x="4994" y="3620"/>
                  <a:ext cx="691" cy="68"/>
                  <a:chOff x="4994" y="3620"/>
                  <a:chExt cx="691" cy="68"/>
                </a:xfrm>
              </p:grpSpPr>
              <p:sp>
                <p:nvSpPr>
                  <p:cNvPr id="1104" name="Rectangle 80"/>
                  <p:cNvSpPr>
                    <a:spLocks noChangeArrowheads="1"/>
                  </p:cNvSpPr>
                  <p:nvPr/>
                </p:nvSpPr>
                <p:spPr bwMode="auto">
                  <a:xfrm>
                    <a:off x="4994" y="3620"/>
                    <a:ext cx="59"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5" name="Rectangle 81"/>
                  <p:cNvSpPr>
                    <a:spLocks noChangeArrowheads="1"/>
                  </p:cNvSpPr>
                  <p:nvPr/>
                </p:nvSpPr>
                <p:spPr bwMode="auto">
                  <a:xfrm>
                    <a:off x="5115" y="3620"/>
                    <a:ext cx="65"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6" name="Rectangle 82"/>
                  <p:cNvSpPr>
                    <a:spLocks noChangeArrowheads="1"/>
                  </p:cNvSpPr>
                  <p:nvPr/>
                </p:nvSpPr>
                <p:spPr bwMode="auto">
                  <a:xfrm>
                    <a:off x="5246" y="3620"/>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7" name="Rectangle 83"/>
                  <p:cNvSpPr>
                    <a:spLocks noChangeArrowheads="1"/>
                  </p:cNvSpPr>
                  <p:nvPr/>
                </p:nvSpPr>
                <p:spPr bwMode="auto">
                  <a:xfrm>
                    <a:off x="5372" y="3620"/>
                    <a:ext cx="60"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8" name="Rectangle 84"/>
                  <p:cNvSpPr>
                    <a:spLocks noChangeArrowheads="1"/>
                  </p:cNvSpPr>
                  <p:nvPr/>
                </p:nvSpPr>
                <p:spPr bwMode="auto">
                  <a:xfrm>
                    <a:off x="5499" y="3620"/>
                    <a:ext cx="59"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09" name="Rectangle 85"/>
                  <p:cNvSpPr>
                    <a:spLocks noChangeArrowheads="1"/>
                  </p:cNvSpPr>
                  <p:nvPr/>
                </p:nvSpPr>
                <p:spPr bwMode="auto">
                  <a:xfrm>
                    <a:off x="5626" y="3620"/>
                    <a:ext cx="59" cy="68"/>
                  </a:xfrm>
                  <a:prstGeom prst="rect">
                    <a:avLst/>
                  </a:prstGeom>
                  <a:solidFill>
                    <a:srgbClr val="919191"/>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2" name="Group 93"/>
                <p:cNvGrpSpPr/>
                <p:nvPr/>
              </p:nvGrpSpPr>
              <p:grpSpPr bwMode="auto">
                <a:xfrm>
                  <a:off x="4994" y="3755"/>
                  <a:ext cx="691" cy="68"/>
                  <a:chOff x="4994" y="3755"/>
                  <a:chExt cx="691" cy="68"/>
                </a:xfrm>
              </p:grpSpPr>
              <p:sp>
                <p:nvSpPr>
                  <p:cNvPr id="1111" name="Rectangle 87"/>
                  <p:cNvSpPr>
                    <a:spLocks noChangeArrowheads="1"/>
                  </p:cNvSpPr>
                  <p:nvPr/>
                </p:nvSpPr>
                <p:spPr bwMode="auto">
                  <a:xfrm>
                    <a:off x="4994" y="3755"/>
                    <a:ext cx="59"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2" name="Rectangle 88"/>
                  <p:cNvSpPr>
                    <a:spLocks noChangeArrowheads="1"/>
                  </p:cNvSpPr>
                  <p:nvPr/>
                </p:nvSpPr>
                <p:spPr bwMode="auto">
                  <a:xfrm>
                    <a:off x="5115" y="3755"/>
                    <a:ext cx="65"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3" name="Rectangle 89"/>
                  <p:cNvSpPr>
                    <a:spLocks noChangeArrowheads="1"/>
                  </p:cNvSpPr>
                  <p:nvPr/>
                </p:nvSpPr>
                <p:spPr bwMode="auto">
                  <a:xfrm>
                    <a:off x="5246" y="3755"/>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4" name="Rectangle 90"/>
                  <p:cNvSpPr>
                    <a:spLocks noChangeArrowheads="1"/>
                  </p:cNvSpPr>
                  <p:nvPr/>
                </p:nvSpPr>
                <p:spPr bwMode="auto">
                  <a:xfrm>
                    <a:off x="5372" y="3755"/>
                    <a:ext cx="60"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5" name="Rectangle 91"/>
                  <p:cNvSpPr>
                    <a:spLocks noChangeArrowheads="1"/>
                  </p:cNvSpPr>
                  <p:nvPr/>
                </p:nvSpPr>
                <p:spPr bwMode="auto">
                  <a:xfrm>
                    <a:off x="5499" y="3755"/>
                    <a:ext cx="59"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6" name="Rectangle 92"/>
                  <p:cNvSpPr>
                    <a:spLocks noChangeArrowheads="1"/>
                  </p:cNvSpPr>
                  <p:nvPr/>
                </p:nvSpPr>
                <p:spPr bwMode="auto">
                  <a:xfrm>
                    <a:off x="5626" y="3755"/>
                    <a:ext cx="59" cy="68"/>
                  </a:xfrm>
                  <a:prstGeom prst="rect">
                    <a:avLst/>
                  </a:prstGeom>
                  <a:solidFill>
                    <a:srgbClr val="67676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3" name="Group 100"/>
                <p:cNvGrpSpPr/>
                <p:nvPr/>
              </p:nvGrpSpPr>
              <p:grpSpPr bwMode="auto">
                <a:xfrm>
                  <a:off x="4994" y="3892"/>
                  <a:ext cx="691" cy="68"/>
                  <a:chOff x="4994" y="3892"/>
                  <a:chExt cx="691" cy="68"/>
                </a:xfrm>
              </p:grpSpPr>
              <p:sp>
                <p:nvSpPr>
                  <p:cNvPr id="1118" name="Rectangle 94"/>
                  <p:cNvSpPr>
                    <a:spLocks noChangeArrowheads="1"/>
                  </p:cNvSpPr>
                  <p:nvPr/>
                </p:nvSpPr>
                <p:spPr bwMode="auto">
                  <a:xfrm>
                    <a:off x="4994" y="3892"/>
                    <a:ext cx="59"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19" name="Rectangle 95"/>
                  <p:cNvSpPr>
                    <a:spLocks noChangeArrowheads="1"/>
                  </p:cNvSpPr>
                  <p:nvPr/>
                </p:nvSpPr>
                <p:spPr bwMode="auto">
                  <a:xfrm>
                    <a:off x="5115" y="3892"/>
                    <a:ext cx="65"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0" name="Rectangle 96"/>
                  <p:cNvSpPr>
                    <a:spLocks noChangeArrowheads="1"/>
                  </p:cNvSpPr>
                  <p:nvPr/>
                </p:nvSpPr>
                <p:spPr bwMode="auto">
                  <a:xfrm>
                    <a:off x="5246" y="3892"/>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1" name="Rectangle 97"/>
                  <p:cNvSpPr>
                    <a:spLocks noChangeArrowheads="1"/>
                  </p:cNvSpPr>
                  <p:nvPr/>
                </p:nvSpPr>
                <p:spPr bwMode="auto">
                  <a:xfrm>
                    <a:off x="5372" y="3892"/>
                    <a:ext cx="60"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2" name="Rectangle 98"/>
                  <p:cNvSpPr>
                    <a:spLocks noChangeArrowheads="1"/>
                  </p:cNvSpPr>
                  <p:nvPr/>
                </p:nvSpPr>
                <p:spPr bwMode="auto">
                  <a:xfrm>
                    <a:off x="5499" y="3892"/>
                    <a:ext cx="59"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3" name="Rectangle 99"/>
                  <p:cNvSpPr>
                    <a:spLocks noChangeArrowheads="1"/>
                  </p:cNvSpPr>
                  <p:nvPr/>
                </p:nvSpPr>
                <p:spPr bwMode="auto">
                  <a:xfrm>
                    <a:off x="5626" y="3892"/>
                    <a:ext cx="59" cy="68"/>
                  </a:xfrm>
                  <a:prstGeom prst="rect">
                    <a:avLst/>
                  </a:prstGeom>
                  <a:solidFill>
                    <a:srgbClr val="474747"/>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4" name="Group 107"/>
                <p:cNvGrpSpPr/>
                <p:nvPr/>
              </p:nvGrpSpPr>
              <p:grpSpPr bwMode="auto">
                <a:xfrm>
                  <a:off x="4994" y="4028"/>
                  <a:ext cx="691" cy="68"/>
                  <a:chOff x="4994" y="4028"/>
                  <a:chExt cx="691" cy="68"/>
                </a:xfrm>
              </p:grpSpPr>
              <p:sp>
                <p:nvSpPr>
                  <p:cNvPr id="1125" name="Rectangle 101"/>
                  <p:cNvSpPr>
                    <a:spLocks noChangeArrowheads="1"/>
                  </p:cNvSpPr>
                  <p:nvPr/>
                </p:nvSpPr>
                <p:spPr bwMode="auto">
                  <a:xfrm>
                    <a:off x="4994" y="4028"/>
                    <a:ext cx="59"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6" name="Rectangle 102"/>
                  <p:cNvSpPr>
                    <a:spLocks noChangeArrowheads="1"/>
                  </p:cNvSpPr>
                  <p:nvPr/>
                </p:nvSpPr>
                <p:spPr bwMode="auto">
                  <a:xfrm>
                    <a:off x="5115" y="4028"/>
                    <a:ext cx="65"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7" name="Rectangle 103"/>
                  <p:cNvSpPr>
                    <a:spLocks noChangeArrowheads="1"/>
                  </p:cNvSpPr>
                  <p:nvPr/>
                </p:nvSpPr>
                <p:spPr bwMode="auto">
                  <a:xfrm>
                    <a:off x="5246" y="4028"/>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8" name="Rectangle 104"/>
                  <p:cNvSpPr>
                    <a:spLocks noChangeArrowheads="1"/>
                  </p:cNvSpPr>
                  <p:nvPr/>
                </p:nvSpPr>
                <p:spPr bwMode="auto">
                  <a:xfrm>
                    <a:off x="5372" y="4028"/>
                    <a:ext cx="60"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29" name="Rectangle 105"/>
                  <p:cNvSpPr>
                    <a:spLocks noChangeArrowheads="1"/>
                  </p:cNvSpPr>
                  <p:nvPr/>
                </p:nvSpPr>
                <p:spPr bwMode="auto">
                  <a:xfrm>
                    <a:off x="5499" y="4028"/>
                    <a:ext cx="59"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0" name="Rectangle 106"/>
                  <p:cNvSpPr>
                    <a:spLocks noChangeArrowheads="1"/>
                  </p:cNvSpPr>
                  <p:nvPr/>
                </p:nvSpPr>
                <p:spPr bwMode="auto">
                  <a:xfrm>
                    <a:off x="5626" y="4028"/>
                    <a:ext cx="59" cy="68"/>
                  </a:xfrm>
                  <a:prstGeom prst="rect">
                    <a:avLst/>
                  </a:prstGeom>
                  <a:solidFill>
                    <a:srgbClr val="33333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nvGrpSpPr>
                <p:cNvPr id="2065" name="Group 114"/>
                <p:cNvGrpSpPr/>
                <p:nvPr/>
              </p:nvGrpSpPr>
              <p:grpSpPr bwMode="auto">
                <a:xfrm>
                  <a:off x="4994" y="4165"/>
                  <a:ext cx="691" cy="68"/>
                  <a:chOff x="4994" y="4165"/>
                  <a:chExt cx="691" cy="68"/>
                </a:xfrm>
              </p:grpSpPr>
              <p:sp>
                <p:nvSpPr>
                  <p:cNvPr id="1132" name="Rectangle 108"/>
                  <p:cNvSpPr>
                    <a:spLocks noChangeArrowheads="1"/>
                  </p:cNvSpPr>
                  <p:nvPr/>
                </p:nvSpPr>
                <p:spPr bwMode="auto">
                  <a:xfrm>
                    <a:off x="4994" y="4165"/>
                    <a:ext cx="59"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3" name="Rectangle 109"/>
                  <p:cNvSpPr>
                    <a:spLocks noChangeArrowheads="1"/>
                  </p:cNvSpPr>
                  <p:nvPr/>
                </p:nvSpPr>
                <p:spPr bwMode="auto">
                  <a:xfrm>
                    <a:off x="5115" y="4165"/>
                    <a:ext cx="65"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4" name="Rectangle 110"/>
                  <p:cNvSpPr>
                    <a:spLocks noChangeArrowheads="1"/>
                  </p:cNvSpPr>
                  <p:nvPr/>
                </p:nvSpPr>
                <p:spPr bwMode="auto">
                  <a:xfrm>
                    <a:off x="5246" y="4165"/>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5" name="Rectangle 111"/>
                  <p:cNvSpPr>
                    <a:spLocks noChangeArrowheads="1"/>
                  </p:cNvSpPr>
                  <p:nvPr/>
                </p:nvSpPr>
                <p:spPr bwMode="auto">
                  <a:xfrm>
                    <a:off x="5372" y="4165"/>
                    <a:ext cx="60"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6" name="Rectangle 112"/>
                  <p:cNvSpPr>
                    <a:spLocks noChangeArrowheads="1"/>
                  </p:cNvSpPr>
                  <p:nvPr/>
                </p:nvSpPr>
                <p:spPr bwMode="auto">
                  <a:xfrm>
                    <a:off x="5499" y="4165"/>
                    <a:ext cx="59"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sp>
                <p:nvSpPr>
                  <p:cNvPr id="1137" name="Rectangle 113"/>
                  <p:cNvSpPr>
                    <a:spLocks noChangeArrowheads="1"/>
                  </p:cNvSpPr>
                  <p:nvPr/>
                </p:nvSpPr>
                <p:spPr bwMode="auto">
                  <a:xfrm>
                    <a:off x="5626" y="4165"/>
                    <a:ext cx="59" cy="68"/>
                  </a:xfrm>
                  <a:prstGeom prst="rect">
                    <a:avLst/>
                  </a:prstGeom>
                  <a:solidFill>
                    <a:srgbClr val="232323"/>
                  </a:solidFill>
                  <a:ln>
                    <a:noFill/>
                  </a:ln>
                  <a:effectLst>
                    <a:outerShdw blurRad="63500" dist="53882" dir="2700000" algn="ctr" rotWithShape="0">
                      <a:srgbClr val="000000">
                        <a:alpha val="74997"/>
                      </a:srgb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grpSp>
        </p:grpSp>
        <p:sp useBgFill="1">
          <p:nvSpPr>
            <p:cNvPr id="1141" name="Rectangle 117"/>
            <p:cNvSpPr>
              <a:spLocks noChangeArrowheads="1"/>
            </p:cNvSpPr>
            <p:nvPr/>
          </p:nvSpPr>
          <p:spPr bwMode="auto">
            <a:xfrm>
              <a:off x="292" y="304"/>
              <a:ext cx="5176" cy="3712"/>
            </a:xfrm>
            <a:prstGeom prst="rect">
              <a:avLst/>
            </a:prstGeom>
            <a:ln w="12700">
              <a:solidFill>
                <a:schemeClr val="tx1"/>
              </a:solidFill>
              <a:miter lim="800000"/>
            </a:ln>
            <a:effectLst>
              <a:outerShdw blurRad="63500" dist="71842" dir="2700000" algn="ctr" rotWithShape="0">
                <a:schemeClr val="bg2">
                  <a:alpha val="74997"/>
                </a:schemeClr>
              </a:outerShdw>
            </a:effectLst>
          </p:spPr>
          <p:txBody>
            <a:bodyPr wrap="none" anchor="ctr"/>
            <a:lstStyle/>
            <a:p>
              <a:pPr>
                <a:defRPr/>
              </a:pPr>
              <a:endParaRPr lang="en-US" sz="1800">
                <a:latin typeface="Arial" panose="020B0604020202020204" pitchFamily="34" charset="0"/>
                <a:ea typeface="MS PGothic" panose="020B0600070205080204" charset="-128"/>
                <a:cs typeface="MS PGothic" panose="020B0600070205080204" charset="-128"/>
              </a:endParaRPr>
            </a:p>
          </p:txBody>
        </p:sp>
      </p:grpSp>
      <p:sp>
        <p:nvSpPr>
          <p:cNvPr id="2051" name="Rectangle 119"/>
          <p:cNvSpPr>
            <a:spLocks noGrp="1" noChangeArrowheads="1"/>
          </p:cNvSpPr>
          <p:nvPr>
            <p:ph type="title"/>
          </p:nvPr>
        </p:nvSpPr>
        <p:spPr bwMode="auto">
          <a:xfrm>
            <a:off x="1320800" y="609600"/>
            <a:ext cx="955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ctr" anchorCtr="0" compatLnSpc="1"/>
          <a:lstStyle/>
          <a:p>
            <a:pPr lvl="0"/>
            <a:r>
              <a:rPr lang="en-US" altLang="en-US"/>
              <a:t>Click to edit Master title style</a:t>
            </a:r>
            <a:endParaRPr lang="en-US" altLang="en-US"/>
          </a:p>
        </p:txBody>
      </p:sp>
      <p:sp>
        <p:nvSpPr>
          <p:cNvPr id="2052" name="Rectangle 120"/>
          <p:cNvSpPr>
            <a:spLocks noGrp="1" noChangeArrowheads="1"/>
          </p:cNvSpPr>
          <p:nvPr>
            <p:ph type="body" idx="1"/>
          </p:nvPr>
        </p:nvSpPr>
        <p:spPr bwMode="auto">
          <a:xfrm>
            <a:off x="1320800" y="1981200"/>
            <a:ext cx="9550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pic>
        <p:nvPicPr>
          <p:cNvPr id="2053" name="Picture 121"/>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29733" y="5661026"/>
            <a:ext cx="1303867"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lnSpc>
          <a:spcPct val="90000"/>
        </a:lnSpc>
        <a:spcBef>
          <a:spcPct val="0"/>
        </a:spcBef>
        <a:spcAft>
          <a:spcPct val="0"/>
        </a:spcAft>
        <a:defRPr sz="3300" b="1">
          <a:solidFill>
            <a:schemeClr val="tx2"/>
          </a:solidFill>
          <a:latin typeface="+mj-lt"/>
          <a:ea typeface="MS PGothic" panose="020B0600070205080204" charset="-128"/>
          <a:cs typeface="MS PGothic" panose="020B0600070205080204" charset="-128"/>
        </a:defRPr>
      </a:lvl1pPr>
      <a:lvl2pPr algn="ctr" rtl="0" eaLnBrk="0" fontAlgn="base" hangingPunct="0">
        <a:lnSpc>
          <a:spcPct val="90000"/>
        </a:lnSpc>
        <a:spcBef>
          <a:spcPct val="0"/>
        </a:spcBef>
        <a:spcAft>
          <a:spcPct val="0"/>
        </a:spcAft>
        <a:defRPr sz="3300" b="1">
          <a:solidFill>
            <a:schemeClr val="tx2"/>
          </a:solidFill>
          <a:latin typeface="Times New Roman" panose="02020603050405020304" charset="0"/>
          <a:ea typeface="MS PGothic" panose="020B0600070205080204" charset="-128"/>
          <a:cs typeface="MS PGothic" panose="020B0600070205080204" charset="-128"/>
        </a:defRPr>
      </a:lvl2pPr>
      <a:lvl3pPr algn="ctr" rtl="0" eaLnBrk="0" fontAlgn="base" hangingPunct="0">
        <a:lnSpc>
          <a:spcPct val="90000"/>
        </a:lnSpc>
        <a:spcBef>
          <a:spcPct val="0"/>
        </a:spcBef>
        <a:spcAft>
          <a:spcPct val="0"/>
        </a:spcAft>
        <a:defRPr sz="3300" b="1">
          <a:solidFill>
            <a:schemeClr val="tx2"/>
          </a:solidFill>
          <a:latin typeface="Times New Roman" panose="02020603050405020304" charset="0"/>
          <a:ea typeface="MS PGothic" panose="020B0600070205080204" charset="-128"/>
          <a:cs typeface="MS PGothic" panose="020B0600070205080204" charset="-128"/>
        </a:defRPr>
      </a:lvl3pPr>
      <a:lvl4pPr algn="ctr" rtl="0" eaLnBrk="0" fontAlgn="base" hangingPunct="0">
        <a:lnSpc>
          <a:spcPct val="90000"/>
        </a:lnSpc>
        <a:spcBef>
          <a:spcPct val="0"/>
        </a:spcBef>
        <a:spcAft>
          <a:spcPct val="0"/>
        </a:spcAft>
        <a:defRPr sz="3300" b="1">
          <a:solidFill>
            <a:schemeClr val="tx2"/>
          </a:solidFill>
          <a:latin typeface="Times New Roman" panose="02020603050405020304" charset="0"/>
          <a:ea typeface="MS PGothic" panose="020B0600070205080204" charset="-128"/>
          <a:cs typeface="MS PGothic" panose="020B0600070205080204" charset="-128"/>
        </a:defRPr>
      </a:lvl4pPr>
      <a:lvl5pPr algn="ctr" rtl="0" eaLnBrk="0" fontAlgn="base" hangingPunct="0">
        <a:lnSpc>
          <a:spcPct val="90000"/>
        </a:lnSpc>
        <a:spcBef>
          <a:spcPct val="0"/>
        </a:spcBef>
        <a:spcAft>
          <a:spcPct val="0"/>
        </a:spcAft>
        <a:defRPr sz="3300" b="1">
          <a:solidFill>
            <a:schemeClr val="tx2"/>
          </a:solidFill>
          <a:latin typeface="Times New Roman" panose="02020603050405020304" charset="0"/>
          <a:ea typeface="MS PGothic" panose="020B0600070205080204" charset="-128"/>
          <a:cs typeface="MS PGothic" panose="020B0600070205080204" charset="-128"/>
        </a:defRPr>
      </a:lvl5pPr>
      <a:lvl6pPr marL="422275" algn="ctr" rtl="0" eaLnBrk="0" fontAlgn="base" hangingPunct="0">
        <a:lnSpc>
          <a:spcPct val="90000"/>
        </a:lnSpc>
        <a:spcBef>
          <a:spcPct val="0"/>
        </a:spcBef>
        <a:spcAft>
          <a:spcPct val="0"/>
        </a:spcAft>
        <a:defRPr sz="3325" b="1">
          <a:solidFill>
            <a:schemeClr val="tx2"/>
          </a:solidFill>
          <a:latin typeface="Times New Roman" panose="02020603050405020304" charset="0"/>
        </a:defRPr>
      </a:lvl6pPr>
      <a:lvl7pPr marL="843915" algn="ctr" rtl="0" eaLnBrk="0" fontAlgn="base" hangingPunct="0">
        <a:lnSpc>
          <a:spcPct val="90000"/>
        </a:lnSpc>
        <a:spcBef>
          <a:spcPct val="0"/>
        </a:spcBef>
        <a:spcAft>
          <a:spcPct val="0"/>
        </a:spcAft>
        <a:defRPr sz="3325" b="1">
          <a:solidFill>
            <a:schemeClr val="tx2"/>
          </a:solidFill>
          <a:latin typeface="Times New Roman" panose="02020603050405020304" charset="0"/>
        </a:defRPr>
      </a:lvl7pPr>
      <a:lvl8pPr marL="1266190" algn="ctr" rtl="0" eaLnBrk="0" fontAlgn="base" hangingPunct="0">
        <a:lnSpc>
          <a:spcPct val="90000"/>
        </a:lnSpc>
        <a:spcBef>
          <a:spcPct val="0"/>
        </a:spcBef>
        <a:spcAft>
          <a:spcPct val="0"/>
        </a:spcAft>
        <a:defRPr sz="3325" b="1">
          <a:solidFill>
            <a:schemeClr val="tx2"/>
          </a:solidFill>
          <a:latin typeface="Times New Roman" panose="02020603050405020304" charset="0"/>
        </a:defRPr>
      </a:lvl8pPr>
      <a:lvl9pPr marL="1688465" algn="ctr" rtl="0" eaLnBrk="0" fontAlgn="base" hangingPunct="0">
        <a:lnSpc>
          <a:spcPct val="90000"/>
        </a:lnSpc>
        <a:spcBef>
          <a:spcPct val="0"/>
        </a:spcBef>
        <a:spcAft>
          <a:spcPct val="0"/>
        </a:spcAft>
        <a:defRPr sz="3325" b="1">
          <a:solidFill>
            <a:schemeClr val="tx2"/>
          </a:solidFill>
          <a:latin typeface="Times New Roman" panose="02020603050405020304" charset="0"/>
        </a:defRPr>
      </a:lvl9pPr>
    </p:titleStyle>
    <p:bodyStyle>
      <a:lvl1pPr marL="263525" indent="-263525" algn="l" rtl="0" eaLnBrk="0" fontAlgn="base" hangingPunct="0">
        <a:lnSpc>
          <a:spcPct val="90000"/>
        </a:lnSpc>
        <a:spcBef>
          <a:spcPct val="30000"/>
        </a:spcBef>
        <a:spcAft>
          <a:spcPct val="0"/>
        </a:spcAft>
        <a:defRPr sz="2200" b="1">
          <a:solidFill>
            <a:schemeClr val="tx1"/>
          </a:solidFill>
          <a:latin typeface="+mn-lt"/>
          <a:ea typeface="MS PGothic" panose="020B0600070205080204" charset="-128"/>
          <a:cs typeface="MS PGothic" panose="020B0600070205080204" charset="-128"/>
        </a:defRPr>
      </a:lvl1pPr>
      <a:lvl2pPr marL="631825" indent="-209550" algn="l" rtl="0" eaLnBrk="0" fontAlgn="base" hangingPunct="0">
        <a:lnSpc>
          <a:spcPct val="90000"/>
        </a:lnSpc>
        <a:spcBef>
          <a:spcPct val="30000"/>
        </a:spcBef>
        <a:spcAft>
          <a:spcPct val="0"/>
        </a:spcAft>
        <a:defRPr b="1">
          <a:solidFill>
            <a:schemeClr val="tx1"/>
          </a:solidFill>
          <a:latin typeface="+mn-lt"/>
          <a:ea typeface="MS PGothic" panose="020B0600070205080204" charset="-128"/>
        </a:defRPr>
      </a:lvl2pPr>
      <a:lvl3pPr marL="1054100" indent="-209550" algn="l" rtl="0" eaLnBrk="0" fontAlgn="base" hangingPunct="0">
        <a:lnSpc>
          <a:spcPct val="90000"/>
        </a:lnSpc>
        <a:spcBef>
          <a:spcPct val="30000"/>
        </a:spcBef>
        <a:spcAft>
          <a:spcPct val="0"/>
        </a:spcAft>
        <a:defRPr b="1">
          <a:solidFill>
            <a:schemeClr val="tx1"/>
          </a:solidFill>
          <a:latin typeface="+mn-lt"/>
          <a:ea typeface="MS PGothic" panose="020B0600070205080204" charset="-128"/>
        </a:defRPr>
      </a:lvl3pPr>
      <a:lvl4pPr marL="1424305" indent="-157480" algn="l" rtl="0" eaLnBrk="0" fontAlgn="base" hangingPunct="0">
        <a:lnSpc>
          <a:spcPct val="90000"/>
        </a:lnSpc>
        <a:spcBef>
          <a:spcPct val="30000"/>
        </a:spcBef>
        <a:spcAft>
          <a:spcPct val="0"/>
        </a:spcAft>
        <a:defRPr sz="1200" b="1">
          <a:solidFill>
            <a:schemeClr val="tx1"/>
          </a:solidFill>
          <a:latin typeface="+mn-lt"/>
          <a:ea typeface="MS PGothic" panose="020B0600070205080204" charset="-128"/>
        </a:defRPr>
      </a:lvl4pPr>
      <a:lvl5pPr marL="1846580" indent="-157480" algn="l" rtl="0" eaLnBrk="0" fontAlgn="base" hangingPunct="0">
        <a:lnSpc>
          <a:spcPct val="90000"/>
        </a:lnSpc>
        <a:spcBef>
          <a:spcPct val="30000"/>
        </a:spcBef>
        <a:spcAft>
          <a:spcPct val="0"/>
        </a:spcAft>
        <a:defRPr sz="1200" b="1">
          <a:solidFill>
            <a:schemeClr val="tx1"/>
          </a:solidFill>
          <a:latin typeface="+mn-lt"/>
          <a:ea typeface="MS PGothic" panose="020B0600070205080204" charset="-128"/>
        </a:defRPr>
      </a:lvl5pPr>
      <a:lvl6pPr marL="2268220" indent="-158115" algn="l" rtl="0" eaLnBrk="0" fontAlgn="base" hangingPunct="0">
        <a:lnSpc>
          <a:spcPct val="90000"/>
        </a:lnSpc>
        <a:spcBef>
          <a:spcPct val="30000"/>
        </a:spcBef>
        <a:spcAft>
          <a:spcPct val="0"/>
        </a:spcAft>
        <a:defRPr sz="1290" b="1">
          <a:solidFill>
            <a:schemeClr val="tx1"/>
          </a:solidFill>
          <a:latin typeface="+mn-lt"/>
          <a:ea typeface="MS PGothic" panose="020B0600070205080204" charset="-128"/>
        </a:defRPr>
      </a:lvl6pPr>
      <a:lvl7pPr marL="2690495" indent="-158115" algn="l" rtl="0" eaLnBrk="0" fontAlgn="base" hangingPunct="0">
        <a:lnSpc>
          <a:spcPct val="90000"/>
        </a:lnSpc>
        <a:spcBef>
          <a:spcPct val="30000"/>
        </a:spcBef>
        <a:spcAft>
          <a:spcPct val="0"/>
        </a:spcAft>
        <a:defRPr sz="1290" b="1">
          <a:solidFill>
            <a:schemeClr val="tx1"/>
          </a:solidFill>
          <a:latin typeface="+mn-lt"/>
          <a:ea typeface="MS PGothic" panose="020B0600070205080204" charset="-128"/>
        </a:defRPr>
      </a:lvl7pPr>
      <a:lvl8pPr marL="3112770" indent="-158115" algn="l" rtl="0" eaLnBrk="0" fontAlgn="base" hangingPunct="0">
        <a:lnSpc>
          <a:spcPct val="90000"/>
        </a:lnSpc>
        <a:spcBef>
          <a:spcPct val="30000"/>
        </a:spcBef>
        <a:spcAft>
          <a:spcPct val="0"/>
        </a:spcAft>
        <a:defRPr sz="1290" b="1">
          <a:solidFill>
            <a:schemeClr val="tx1"/>
          </a:solidFill>
          <a:latin typeface="+mn-lt"/>
          <a:ea typeface="MS PGothic" panose="020B0600070205080204" charset="-128"/>
        </a:defRPr>
      </a:lvl8pPr>
      <a:lvl9pPr marL="3534410" indent="-158115" algn="l" rtl="0" eaLnBrk="0" fontAlgn="base" hangingPunct="0">
        <a:lnSpc>
          <a:spcPct val="90000"/>
        </a:lnSpc>
        <a:spcBef>
          <a:spcPct val="30000"/>
        </a:spcBef>
        <a:spcAft>
          <a:spcPct val="0"/>
        </a:spcAft>
        <a:defRPr sz="1290" b="1">
          <a:solidFill>
            <a:schemeClr val="tx1"/>
          </a:solidFill>
          <a:latin typeface="+mn-lt"/>
          <a:ea typeface="MS PGothic" panose="020B0600070205080204" charset="-128"/>
        </a:defRPr>
      </a:lvl9pPr>
    </p:bodyStyle>
    <p:otherStyle>
      <a:defPPr>
        <a:defRPr lang="en-US"/>
      </a:defPPr>
      <a:lvl1pPr marL="0" algn="l" defTabSz="422275" rtl="0" eaLnBrk="1" latinLnBrk="0" hangingPunct="1">
        <a:defRPr sz="1660" kern="1200">
          <a:solidFill>
            <a:schemeClr val="tx1"/>
          </a:solidFill>
          <a:latin typeface="+mn-lt"/>
          <a:ea typeface="+mn-ea"/>
          <a:cs typeface="+mn-cs"/>
        </a:defRPr>
      </a:lvl1pPr>
      <a:lvl2pPr marL="422275" algn="l" defTabSz="422275" rtl="0" eaLnBrk="1" latinLnBrk="0" hangingPunct="1">
        <a:defRPr sz="1660" kern="1200">
          <a:solidFill>
            <a:schemeClr val="tx1"/>
          </a:solidFill>
          <a:latin typeface="+mn-lt"/>
          <a:ea typeface="+mn-ea"/>
          <a:cs typeface="+mn-cs"/>
        </a:defRPr>
      </a:lvl2pPr>
      <a:lvl3pPr marL="843915" algn="l" defTabSz="422275" rtl="0" eaLnBrk="1" latinLnBrk="0" hangingPunct="1">
        <a:defRPr sz="1660" kern="1200">
          <a:solidFill>
            <a:schemeClr val="tx1"/>
          </a:solidFill>
          <a:latin typeface="+mn-lt"/>
          <a:ea typeface="+mn-ea"/>
          <a:cs typeface="+mn-cs"/>
        </a:defRPr>
      </a:lvl3pPr>
      <a:lvl4pPr marL="1266190" algn="l" defTabSz="422275" rtl="0" eaLnBrk="1" latinLnBrk="0" hangingPunct="1">
        <a:defRPr sz="1660" kern="1200">
          <a:solidFill>
            <a:schemeClr val="tx1"/>
          </a:solidFill>
          <a:latin typeface="+mn-lt"/>
          <a:ea typeface="+mn-ea"/>
          <a:cs typeface="+mn-cs"/>
        </a:defRPr>
      </a:lvl4pPr>
      <a:lvl5pPr marL="1688465" algn="l" defTabSz="422275" rtl="0" eaLnBrk="1" latinLnBrk="0" hangingPunct="1">
        <a:defRPr sz="1660" kern="1200">
          <a:solidFill>
            <a:schemeClr val="tx1"/>
          </a:solidFill>
          <a:latin typeface="+mn-lt"/>
          <a:ea typeface="+mn-ea"/>
          <a:cs typeface="+mn-cs"/>
        </a:defRPr>
      </a:lvl5pPr>
      <a:lvl6pPr marL="2110105" algn="l" defTabSz="422275" rtl="0" eaLnBrk="1" latinLnBrk="0" hangingPunct="1">
        <a:defRPr sz="1660" kern="1200">
          <a:solidFill>
            <a:schemeClr val="tx1"/>
          </a:solidFill>
          <a:latin typeface="+mn-lt"/>
          <a:ea typeface="+mn-ea"/>
          <a:cs typeface="+mn-cs"/>
        </a:defRPr>
      </a:lvl6pPr>
      <a:lvl7pPr marL="2532380" algn="l" defTabSz="422275" rtl="0" eaLnBrk="1" latinLnBrk="0" hangingPunct="1">
        <a:defRPr sz="1660" kern="1200">
          <a:solidFill>
            <a:schemeClr val="tx1"/>
          </a:solidFill>
          <a:latin typeface="+mn-lt"/>
          <a:ea typeface="+mn-ea"/>
          <a:cs typeface="+mn-cs"/>
        </a:defRPr>
      </a:lvl7pPr>
      <a:lvl8pPr marL="2954020" algn="l" defTabSz="422275" rtl="0" eaLnBrk="1" latinLnBrk="0" hangingPunct="1">
        <a:defRPr sz="1660" kern="1200">
          <a:solidFill>
            <a:schemeClr val="tx1"/>
          </a:solidFill>
          <a:latin typeface="+mn-lt"/>
          <a:ea typeface="+mn-ea"/>
          <a:cs typeface="+mn-cs"/>
        </a:defRPr>
      </a:lvl8pPr>
      <a:lvl9pPr marL="3376295" algn="l" defTabSz="422275" rtl="0" eaLnBrk="1" latinLnBrk="0" hangingPunct="1">
        <a:defRPr sz="16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hyperlink" Target="https://www.ietf.org/privacy-polic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685800"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845945" y="1149985"/>
            <a:ext cx="8615045" cy="4065905"/>
          </a:xfrm>
        </p:spPr>
        <p:txBody>
          <a:bodyPr anchor="b">
            <a:normAutofit/>
          </a:bodyPr>
          <a:lstStyle/>
          <a:p>
            <a:r>
              <a:rPr lang="en-US" altLang="zh-CN" sz="4800" dirty="0">
                <a:solidFill>
                  <a:schemeClr val="tx1">
                    <a:lumMod val="65000"/>
                    <a:lumOff val="35000"/>
                  </a:schemeClr>
                </a:solidFill>
                <a:sym typeface="+mn-ea"/>
              </a:rPr>
              <a:t> AI Agent Policy-aware Network</a:t>
            </a:r>
            <a:br>
              <a:rPr lang="en-US" altLang="zh-CN" sz="4800" dirty="0">
                <a:solidFill>
                  <a:schemeClr val="tx1">
                    <a:lumMod val="65000"/>
                    <a:lumOff val="35000"/>
                  </a:schemeClr>
                </a:solidFill>
                <a:sym typeface="+mn-ea"/>
              </a:rPr>
            </a:br>
            <a:r>
              <a:rPr lang="en-US" altLang="zh-CN" sz="4800" dirty="0">
                <a:solidFill>
                  <a:schemeClr val="tx1">
                    <a:lumMod val="65000"/>
                    <a:lumOff val="35000"/>
                  </a:schemeClr>
                </a:solidFill>
                <a:sym typeface="+mn-ea"/>
              </a:rPr>
              <a:t> Side Meeting</a:t>
            </a:r>
            <a:br>
              <a:rPr lang="en-US" sz="4800" dirty="0">
                <a:solidFill>
                  <a:schemeClr val="tx1">
                    <a:lumMod val="65000"/>
                    <a:lumOff val="35000"/>
                  </a:schemeClr>
                </a:solidFill>
              </a:rPr>
            </a:br>
            <a:br>
              <a:rPr lang="en-US" sz="4800" dirty="0">
                <a:solidFill>
                  <a:schemeClr val="tx1">
                    <a:lumMod val="65000"/>
                    <a:lumOff val="35000"/>
                  </a:schemeClr>
                </a:solidFill>
              </a:rPr>
            </a:br>
            <a:br>
              <a:rPr lang="en-US" sz="4800" dirty="0">
                <a:solidFill>
                  <a:schemeClr val="tx1">
                    <a:lumMod val="65000"/>
                    <a:lumOff val="35000"/>
                  </a:schemeClr>
                </a:solidFill>
              </a:rPr>
            </a:br>
            <a:r>
              <a:rPr lang="en-US" sz="3100" dirty="0">
                <a:solidFill>
                  <a:schemeClr val="tx1">
                    <a:lumMod val="65000"/>
                    <a:lumOff val="35000"/>
                  </a:schemeClr>
                </a:solidFill>
                <a:sym typeface="+mn-ea"/>
              </a:rPr>
              <a:t>IETF 125  Shen</a:t>
            </a:r>
            <a:r>
              <a:rPr lang="en-US" sz="3100" dirty="0">
                <a:solidFill>
                  <a:schemeClr val="tx1">
                    <a:lumMod val="65000"/>
                    <a:lumOff val="35000"/>
                  </a:schemeClr>
                </a:solidFill>
                <a:sym typeface="+mn-ea"/>
              </a:rPr>
              <a:t>zhen</a:t>
            </a:r>
            <a:endParaRPr lang="en-US" sz="3100" dirty="0">
              <a:solidFill>
                <a:schemeClr val="tx1">
                  <a:lumMod val="65000"/>
                  <a:lumOff val="35000"/>
                </a:schemeClr>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5"/>
          <p:cNvSpPr>
            <a:spLocks noGrp="1" noChangeArrowheads="1"/>
          </p:cNvSpPr>
          <p:nvPr>
            <p:ph type="title"/>
          </p:nvPr>
        </p:nvSpPr>
        <p:spPr>
          <a:xfrm>
            <a:off x="2508250" y="685801"/>
            <a:ext cx="7162800" cy="492125"/>
          </a:xfrm>
        </p:spPr>
        <p:txBody>
          <a:bodyPr/>
          <a:lstStyle/>
          <a:p>
            <a:pPr>
              <a:defRPr/>
            </a:pPr>
            <a:r>
              <a:rPr lang="en-US" altLang="en-US" sz="3325" dirty="0">
                <a:ea typeface="MS PGothic" panose="020B0600070205080204" charset="-128"/>
              </a:rPr>
              <a:t>Note Well</a:t>
            </a:r>
            <a:endParaRPr lang="en-US" altLang="en-US" sz="3325" dirty="0">
              <a:ea typeface="MS PGothic" panose="020B0600070205080204" charset="-128"/>
            </a:endParaRPr>
          </a:p>
        </p:txBody>
      </p:sp>
      <p:sp>
        <p:nvSpPr>
          <p:cNvPr id="15363" name="Rectangle 6"/>
          <p:cNvSpPr>
            <a:spLocks noGrp="1" noChangeArrowheads="1"/>
          </p:cNvSpPr>
          <p:nvPr>
            <p:ph type="body" idx="1"/>
          </p:nvPr>
        </p:nvSpPr>
        <p:spPr>
          <a:xfrm>
            <a:off x="904352" y="1247776"/>
            <a:ext cx="10500527" cy="4291013"/>
          </a:xfrm>
        </p:spPr>
        <p:txBody>
          <a:bodyPr>
            <a:noAutofit/>
          </a:bodyPr>
          <a:lstStyle/>
          <a:p>
            <a:pPr marL="0" indent="0">
              <a:defRPr/>
            </a:pPr>
            <a:r>
              <a:rPr lang="en-US" altLang="zh-CN" sz="1400" b="0" dirty="0">
                <a:ea typeface="MS PGothic" panose="020B0600070205080204" charset="-128"/>
              </a:rPr>
              <a:t>By participating in the IETF you agree to follow IETF processes and policies. This Note Well is a reminder of some of those policies.</a:t>
            </a:r>
            <a:endParaRPr lang="en-US" altLang="zh-CN" sz="1400" b="0" dirty="0">
              <a:ea typeface="MS PGothic" panose="020B0600070205080204" charset="-128"/>
            </a:endParaRPr>
          </a:p>
          <a:p>
            <a:pPr marL="0" indent="0">
              <a:defRPr/>
            </a:pPr>
            <a:endParaRPr lang="en-US" altLang="zh-CN" sz="1400" b="0" dirty="0">
              <a:ea typeface="MS PGothic" panose="020B0600070205080204" charset="-128"/>
            </a:endParaRPr>
          </a:p>
          <a:p>
            <a:pPr marL="285750" indent="-285750">
              <a:buFont typeface="Arial" panose="020B0604020202020204" pitchFamily="34" charset="0"/>
              <a:buChar char="•"/>
              <a:defRPr/>
            </a:pPr>
            <a:r>
              <a:rPr lang="en-US" altLang="zh-CN" sz="1400" b="0" dirty="0">
                <a:ea typeface="MS PGothic" panose="020B0600070205080204" charset="-128"/>
              </a:rPr>
              <a:t>IETF participants are expected to behave in a professional manner and extend respect and courtesy to their colleagues at all times (see RFC 7154: IETF Guidelines for Conduct and IETF Anti-Harassment Policy). If you have any concerns about behavior, please contact the Ombudsteam who have a duty of confidentiality and extensive powers to act, as set out in RFC 7776: IETF Anti-Harassment Procedures.</a:t>
            </a:r>
            <a:endParaRPr lang="en-US" altLang="zh-CN" sz="1400" b="0" dirty="0">
              <a:ea typeface="MS PGothic" panose="020B0600070205080204" charset="-128"/>
            </a:endParaRPr>
          </a:p>
          <a:p>
            <a:pPr marL="285750" indent="-285750">
              <a:buFont typeface="Arial" panose="020B0604020202020204" pitchFamily="34" charset="0"/>
              <a:buChar char="•"/>
              <a:defRPr/>
            </a:pPr>
            <a:r>
              <a:rPr lang="en-US" altLang="zh-CN" sz="1400" b="0" dirty="0">
                <a:ea typeface="MS PGothic" panose="020B0600070205080204" charset="-128"/>
              </a:rPr>
              <a:t>If you are aware that any IETF contribution (as defined in RFC 5378: Rights Contributors Provide to the IETF Trust) is covered by patents or patent applications that are owned or controlled by you, your employer or your sponsor, you must disclose that fact, or not participate in the discussion (see RFC 8179: Intellectual Property Rights in IETF Technology).</a:t>
            </a:r>
            <a:endParaRPr lang="en-US" altLang="zh-CN" sz="1400" b="0" dirty="0">
              <a:ea typeface="MS PGothic" panose="020B0600070205080204" charset="-128"/>
            </a:endParaRPr>
          </a:p>
          <a:p>
            <a:pPr marL="285750" indent="-285750">
              <a:buFont typeface="Arial" panose="020B0604020202020204" pitchFamily="34" charset="0"/>
              <a:buChar char="•"/>
              <a:defRPr/>
            </a:pPr>
            <a:r>
              <a:rPr lang="en-US" altLang="zh-CN" sz="1400" b="0" dirty="0">
                <a:ea typeface="MS PGothic" panose="020B0600070205080204" charset="-128"/>
              </a:rPr>
              <a:t>For detailed process information consult RFC 2026: Internet Standards Process and RFC 2418: IETF Working Group Guidelines and Procedures and updates to those.</a:t>
            </a:r>
            <a:endParaRPr lang="en-US" altLang="zh-CN" sz="1400" b="0" dirty="0">
              <a:ea typeface="MS PGothic" panose="020B0600070205080204" charset="-128"/>
            </a:endParaRPr>
          </a:p>
          <a:p>
            <a:pPr marL="285750" indent="-285750">
              <a:buFont typeface="Arial" panose="020B0604020202020204" pitchFamily="34" charset="0"/>
              <a:buChar char="•"/>
              <a:defRPr/>
            </a:pPr>
            <a:r>
              <a:rPr lang="en-US" altLang="zh-CN" sz="1400" b="0" dirty="0">
                <a:ea typeface="MS PGothic" panose="020B0600070205080204" charset="-128"/>
              </a:rPr>
              <a:t>The IETF routinely makes public written, audio, video, and photographic records of IETF activities, including your personal information as set out in the IETF Privacy Statement. </a:t>
            </a:r>
            <a:endParaRPr lang="en-US" altLang="zh-CN" sz="1400" b="0" dirty="0">
              <a:ea typeface="MS PGothic" panose="020B0600070205080204" charset="-128"/>
            </a:endParaRPr>
          </a:p>
          <a:p>
            <a:pPr marL="0" indent="0">
              <a:defRPr/>
            </a:pPr>
            <a:r>
              <a:rPr lang="en-US" altLang="zh-CN" sz="1400" b="0" dirty="0">
                <a:ea typeface="MS PGothic" panose="020B0600070205080204" charset="-128"/>
              </a:rPr>
              <a:t>For advice, please talk to Working Group chairs or Area Directors.</a:t>
            </a:r>
            <a:endParaRPr lang="en-US" altLang="en-US" sz="1400" dirty="0">
              <a:ea typeface="MS PGothic" panose="020B0600070205080204" charset="-128"/>
            </a:endParaRPr>
          </a:p>
          <a:p>
            <a:pPr marL="0" indent="0">
              <a:defRPr/>
            </a:pPr>
            <a:endParaRPr lang="en-US" altLang="en-US" sz="140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9 (Internet Standards Process)</a:t>
            </a:r>
            <a:endParaRPr lang="en-US" altLang="en-US" sz="1100" b="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25 (Working Group processes)</a:t>
            </a:r>
            <a:endParaRPr lang="en-US" altLang="en-US" sz="1100" b="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25 (Anti-Harassment Procedures) </a:t>
            </a:r>
            <a:endParaRPr lang="en-US" altLang="en-US" sz="1100" b="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54 (Code of Conduct)</a:t>
            </a:r>
            <a:endParaRPr lang="en-US" altLang="en-US" sz="1100" b="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78 (Copyright)</a:t>
            </a:r>
            <a:endParaRPr lang="en-US" altLang="en-US" sz="1100" b="0" dirty="0">
              <a:ea typeface="MS PGothic" panose="020B0600070205080204" charset="-128"/>
            </a:endParaRPr>
          </a:p>
          <a:p>
            <a:pPr marL="0" indent="0" algn="ctr">
              <a:spcBef>
                <a:spcPct val="0"/>
              </a:spcBef>
              <a:buFontTx/>
              <a:buChar char="•"/>
              <a:defRPr/>
            </a:pPr>
            <a:r>
              <a:rPr lang="en-US" altLang="en-US" sz="1100" b="0" dirty="0">
                <a:ea typeface="MS PGothic" panose="020B0600070205080204" charset="-128"/>
              </a:rPr>
              <a:t>BCP 79 (Patents, Participation)</a:t>
            </a:r>
            <a:endParaRPr lang="en-US" altLang="en-US" sz="1100" b="0" dirty="0">
              <a:ea typeface="MS PGothic" panose="020B0600070205080204" charset="-128"/>
            </a:endParaRPr>
          </a:p>
          <a:p>
            <a:pPr marL="0" indent="0" algn="ctr">
              <a:spcBef>
                <a:spcPct val="0"/>
              </a:spcBef>
              <a:buFontTx/>
              <a:buChar char="•"/>
              <a:defRPr/>
            </a:pPr>
            <a:r>
              <a:rPr lang="en-US" altLang="en-US" sz="1100" b="0" u="sng" dirty="0">
                <a:ea typeface="MS PGothic" panose="020B0600070205080204" charset="-128"/>
                <a:hlinkClick r:id="rId1"/>
              </a:rPr>
              <a:t>https://www.ietf.org/privacy-policy/</a:t>
            </a:r>
            <a:r>
              <a:rPr lang="en-US" altLang="en-US" sz="1100" b="0" dirty="0">
                <a:ea typeface="MS PGothic" panose="020B0600070205080204" charset="-128"/>
              </a:rPr>
              <a:t> (Privacy Policy)</a:t>
            </a:r>
            <a:endParaRPr lang="en-US" altLang="en-US" sz="1100" dirty="0">
              <a:ea typeface="MS PGothic" panose="020B0600070205080204"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8180" y="365125"/>
            <a:ext cx="10515600" cy="1325563"/>
          </a:xfrm>
        </p:spPr>
        <p:txBody>
          <a:bodyPr/>
          <a:lstStyle/>
          <a:p>
            <a:r>
              <a:rPr lang="en-US" dirty="0"/>
              <a:t>Motivation</a:t>
            </a:r>
            <a:endParaRPr lang="en-US" dirty="0"/>
          </a:p>
        </p:txBody>
      </p:sp>
      <p:sp>
        <p:nvSpPr>
          <p:cNvPr id="3" name="Content Placeholder 2"/>
          <p:cNvSpPr>
            <a:spLocks noGrp="1"/>
          </p:cNvSpPr>
          <p:nvPr>
            <p:ph idx="1"/>
          </p:nvPr>
        </p:nvSpPr>
        <p:spPr>
          <a:xfrm>
            <a:off x="619125" y="1543685"/>
            <a:ext cx="11185525" cy="4351655"/>
          </a:xfrm>
        </p:spPr>
        <p:txBody>
          <a:bodyPr>
            <a:normAutofit/>
          </a:bodyPr>
          <a:lstStyle/>
          <a:p>
            <a:pPr fontAlgn="auto">
              <a:lnSpc>
                <a:spcPct val="100000"/>
              </a:lnSpc>
            </a:pPr>
            <a:r>
              <a:rPr lang="en-US" altLang="zh-CN" dirty="0">
                <a:latin typeface="Times New Roman" panose="02020603050405020304" charset="0"/>
                <a:cs typeface="Times New Roman" panose="02020603050405020304" charset="0"/>
              </a:rPr>
              <a:t>AI Agents are developing rapidly with native intelligent capabilities, which are essentially different from traditional applications and put forward new network requirements.</a:t>
            </a:r>
            <a:endParaRPr lang="en-US" altLang="zh-CN" dirty="0">
              <a:latin typeface="Times New Roman" panose="02020603050405020304" charset="0"/>
              <a:cs typeface="Times New Roman" panose="02020603050405020304" charset="0"/>
            </a:endParaRPr>
          </a:p>
          <a:p>
            <a:pPr fontAlgn="auto">
              <a:lnSpc>
                <a:spcPct val="100000"/>
              </a:lnSpc>
            </a:pPr>
            <a:r>
              <a:rPr lang="en-US" altLang="zh-CN" dirty="0">
                <a:latin typeface="Times New Roman" panose="02020603050405020304" charset="0"/>
                <a:cs typeface="Times New Roman" panose="02020603050405020304" charset="0"/>
              </a:rPr>
              <a:t>Networks are required to support agent-aware perception, a</a:t>
            </a:r>
            <a:r>
              <a:rPr lang="en-US" altLang="zh-CN" dirty="0">
                <a:latin typeface="Times New Roman" panose="02020603050405020304" charset="0"/>
                <a:cs typeface="Times New Roman" panose="02020603050405020304" charset="0"/>
              </a:rPr>
              <a:t>daptive measurement, SLA assurance and dynamic security, which traditional networks cannot meet.</a:t>
            </a:r>
            <a:endParaRPr lang="en-US" altLang="zh-CN" dirty="0">
              <a:latin typeface="Times New Roman" panose="02020603050405020304" charset="0"/>
              <a:cs typeface="Times New Roman" panose="02020603050405020304" charset="0"/>
            </a:endParaRPr>
          </a:p>
          <a:p>
            <a:pPr fontAlgn="auto">
              <a:lnSpc>
                <a:spcPct val="100000"/>
              </a:lnSpc>
            </a:pPr>
            <a:r>
              <a:rPr lang="en-US" dirty="0">
                <a:latin typeface="Times New Roman" panose="02020603050405020304" charset="0"/>
                <a:cs typeface="Times New Roman" panose="02020603050405020304" charset="0"/>
              </a:rPr>
              <a:t>This meeting </a:t>
            </a:r>
            <a:r>
              <a:rPr lang="en-US" altLang="zh-CN" dirty="0">
                <a:latin typeface="Times New Roman" panose="02020603050405020304" charset="0"/>
                <a:cs typeface="Times New Roman" panose="02020603050405020304" charset="0"/>
              </a:rPr>
              <a:t>aims to promote broader thinking on whether new scenario and requirements exist, and</a:t>
            </a:r>
            <a:r>
              <a:rPr lang="en-US" dirty="0">
                <a:latin typeface="Times New Roman" panose="02020603050405020304" charset="0"/>
                <a:cs typeface="Times New Roman" panose="02020603050405020304" charset="0"/>
              </a:rPr>
              <a:t> if new cross-layer protocols need to be proposed for Agent-Policy aware Network.</a:t>
            </a:r>
            <a:endParaRPr lang="en-US"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0850" y="-113665"/>
            <a:ext cx="10515600" cy="1325563"/>
          </a:xfrm>
        </p:spPr>
        <p:txBody>
          <a:bodyPr/>
          <a:lstStyle/>
          <a:p>
            <a:r>
              <a:rPr lang="en-US" dirty="0"/>
              <a:t>Agenda</a:t>
            </a:r>
            <a:endParaRPr lang="en-US" dirty="0"/>
          </a:p>
        </p:txBody>
      </p:sp>
      <p:graphicFrame>
        <p:nvGraphicFramePr>
          <p:cNvPr id="3" name="表格 2"/>
          <p:cNvGraphicFramePr>
            <a:graphicFrameLocks noGrp="1"/>
          </p:cNvGraphicFramePr>
          <p:nvPr>
            <p:custDataLst>
              <p:tags r:id="rId1"/>
            </p:custDataLst>
          </p:nvPr>
        </p:nvGraphicFramePr>
        <p:xfrm>
          <a:off x="225425" y="740410"/>
          <a:ext cx="11447145" cy="5807075"/>
        </p:xfrm>
        <a:graphic>
          <a:graphicData uri="http://schemas.openxmlformats.org/drawingml/2006/table">
            <a:tbl>
              <a:tblPr firstRow="1" bandRow="1">
                <a:tableStyleId>{2D5ABB26-0587-4C30-8999-92F81FD0307C}</a:tableStyleId>
              </a:tblPr>
              <a:tblGrid>
                <a:gridCol w="389255"/>
                <a:gridCol w="4756150"/>
                <a:gridCol w="1458595"/>
                <a:gridCol w="2797810"/>
                <a:gridCol w="2045335"/>
              </a:tblGrid>
              <a:tr h="398145">
                <a:tc>
                  <a:txBody>
                    <a:bodyPr/>
                    <a:lstStyle/>
                    <a:p>
                      <a:pPr>
                        <a:buNone/>
                      </a:pPr>
                      <a:endParaRPr lang="zh-CN" altLang="en-US" sz="2000" dirty="0"/>
                    </a:p>
                  </a:txBody>
                  <a:tcPr>
                    <a:lnL>
                      <a:noFill/>
                    </a:lnL>
                    <a:lnR>
                      <a:noFill/>
                    </a:lnR>
                    <a:lnT>
                      <a:noFill/>
                    </a:lnT>
                    <a:lnB>
                      <a:noFill/>
                    </a:lnB>
                    <a:lnTlToBr>
                      <a:noFill/>
                    </a:lnTlToBr>
                    <a:lnBlToTr>
                      <a:noFill/>
                    </a:lnBlToTr>
                  </a:tcPr>
                </a:tc>
                <a:tc>
                  <a:txBody>
                    <a:bodyPr/>
                    <a:lstStyle/>
                    <a:p>
                      <a:pPr algn="ctr">
                        <a:buNone/>
                      </a:pPr>
                      <a:r>
                        <a:rPr lang="en-US" altLang="zh-CN" sz="2000" dirty="0"/>
                        <a:t>Topic</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Time(mins)</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Presenter</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Company</a:t>
                      </a:r>
                      <a:endParaRPr lang="en-US" altLang="zh-CN" sz="2000" dirty="0"/>
                    </a:p>
                  </a:txBody>
                  <a:tcPr>
                    <a:lnL>
                      <a:noFill/>
                    </a:lnL>
                    <a:lnR>
                      <a:noFill/>
                    </a:lnR>
                    <a:lnT>
                      <a:noFill/>
                    </a:lnT>
                    <a:lnB>
                      <a:noFill/>
                    </a:lnB>
                    <a:lnTlToBr>
                      <a:noFill/>
                    </a:lnTlToBr>
                    <a:lnBlToTr>
                      <a:noFill/>
                    </a:lnBlToTr>
                  </a:tcPr>
                </a:tc>
              </a:tr>
              <a:tr h="705485">
                <a:tc>
                  <a:txBody>
                    <a:bodyPr/>
                    <a:lstStyle/>
                    <a:p>
                      <a:r>
                        <a:rPr lang="en-US" altLang="zh-CN" sz="2000" dirty="0"/>
                        <a:t>0</a:t>
                      </a:r>
                      <a:endParaRPr lang="en-US" altLang="zh-CN" sz="2000" dirty="0"/>
                    </a:p>
                  </a:txBody>
                  <a:tcPr>
                    <a:lnL>
                      <a:noFill/>
                    </a:lnL>
                    <a:lnR>
                      <a:noFill/>
                    </a:lnR>
                    <a:lnT>
                      <a:noFill/>
                    </a:lnT>
                    <a:lnB>
                      <a:noFill/>
                    </a:lnB>
                    <a:lnTlToBr>
                      <a:noFill/>
                    </a:lnTlToBr>
                    <a:lnBlToTr>
                      <a:noFill/>
                    </a:lnBlToTr>
                  </a:tcPr>
                </a:tc>
                <a:tc>
                  <a:txBody>
                    <a:bodyPr/>
                    <a:lstStyle/>
                    <a:p>
                      <a:r>
                        <a:rPr lang="en-US" altLang="zh-CN" sz="2000" dirty="0"/>
                        <a:t>Welcome &amp; Review</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5</a:t>
                      </a:r>
                      <a:endParaRPr lang="en-US" altLang="zh-CN" sz="2000" dirty="0"/>
                    </a:p>
                  </a:txBody>
                  <a:tcPr>
                    <a:lnL>
                      <a:noFill/>
                    </a:lnL>
                    <a:lnR>
                      <a:noFill/>
                    </a:lnR>
                    <a:lnT>
                      <a:noFill/>
                    </a:lnT>
                    <a:lnB>
                      <a:noFill/>
                    </a:lnB>
                    <a:lnTlToBr>
                      <a:noFill/>
                    </a:lnTlToBr>
                    <a:lnBlToTr>
                      <a:noFill/>
                    </a:lnBlToTr>
                  </a:tcPr>
                </a:tc>
                <a:tc>
                  <a:txBody>
                    <a:bodyPr/>
                    <a:lstStyle/>
                    <a:p>
                      <a:pPr algn="ctr"/>
                      <a:r>
                        <a:rPr lang="en-US" altLang="zh-CN" sz="2000" dirty="0"/>
                        <a:t>Feng Yang, Mengyao Han</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China Mobile, </a:t>
                      </a:r>
                      <a:endParaRPr lang="en-US" altLang="zh-CN" sz="2000" dirty="0"/>
                    </a:p>
                    <a:p>
                      <a:pPr algn="ctr">
                        <a:buNone/>
                      </a:pPr>
                      <a:r>
                        <a:rPr lang="en-US" altLang="zh-CN" sz="2000" dirty="0"/>
                        <a:t>China Uni</a:t>
                      </a:r>
                      <a:r>
                        <a:rPr lang="en-US" altLang="zh-CN" sz="2000" dirty="0"/>
                        <a:t>com</a:t>
                      </a:r>
                      <a:endParaRPr lang="en-US" altLang="zh-CN" sz="2000" dirty="0"/>
                    </a:p>
                  </a:txBody>
                  <a:tcPr>
                    <a:lnL>
                      <a:noFill/>
                    </a:lnL>
                    <a:lnR>
                      <a:noFill/>
                    </a:lnR>
                    <a:lnT>
                      <a:noFill/>
                    </a:lnT>
                    <a:lnB>
                      <a:noFill/>
                    </a:lnB>
                    <a:lnTlToBr>
                      <a:noFill/>
                    </a:lnTlToBr>
                    <a:lnBlToTr>
                      <a:noFill/>
                    </a:lnBlToTr>
                  </a:tcPr>
                </a:tc>
              </a:tr>
              <a:tr h="398145">
                <a:tc>
                  <a:txBody>
                    <a:bodyPr/>
                    <a:lstStyle/>
                    <a:p>
                      <a:r>
                        <a:rPr lang="en-US" altLang="zh-CN" sz="2000" dirty="0"/>
                        <a:t>1</a:t>
                      </a:r>
                      <a:endParaRPr lang="en-US" altLang="zh-CN" sz="2000" dirty="0"/>
                    </a:p>
                  </a:txBody>
                  <a:tcPr>
                    <a:lnL>
                      <a:noFill/>
                    </a:lnL>
                    <a:lnR>
                      <a:noFill/>
                    </a:lnR>
                    <a:lnT>
                      <a:noFill/>
                    </a:lnT>
                    <a:lnB>
                      <a:noFill/>
                    </a:lnB>
                    <a:lnTlToBr>
                      <a:noFill/>
                    </a:lnTlToBr>
                    <a:lnBlToTr>
                      <a:noFill/>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000">
                          <a:sym typeface="+mn-ea"/>
                        </a:rPr>
                        <a:t>Thoughts on Agent Policy-aware Network</a:t>
                      </a:r>
                      <a:endParaRPr lang="en-US" altLang="zh-CN" sz="2000" dirty="0"/>
                    </a:p>
                  </a:txBody>
                  <a:tcPr>
                    <a:lnL>
                      <a:noFill/>
                    </a:lnL>
                    <a:lnR>
                      <a:noFill/>
                    </a:lnR>
                    <a:lnT>
                      <a:noFill/>
                    </a:lnT>
                    <a:lnB>
                      <a:noFill/>
                    </a:lnB>
                    <a:lnTlToBr>
                      <a:noFill/>
                    </a:lnTlToBr>
                    <a:lnBlToTr>
                      <a:noFill/>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lstStyle/>
                    <a:p>
                      <a:pPr algn="ctr"/>
                      <a:r>
                        <a:rPr lang="en-US" altLang="zh-CN" sz="2000" dirty="0"/>
                        <a:t>Xiaoqiu </a:t>
                      </a:r>
                      <a:r>
                        <a:rPr lang="en-US" altLang="zh-CN" sz="2000" dirty="0"/>
                        <a:t>Zhang   </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China Mobile</a:t>
                      </a:r>
                      <a:endParaRPr lang="en-US" altLang="zh-CN" sz="2000" dirty="0"/>
                    </a:p>
                  </a:txBody>
                  <a:tcPr>
                    <a:lnL>
                      <a:noFill/>
                    </a:lnL>
                    <a:lnR>
                      <a:noFill/>
                    </a:lnR>
                    <a:lnT>
                      <a:noFill/>
                    </a:lnT>
                    <a:lnB>
                      <a:noFill/>
                    </a:lnB>
                    <a:lnTlToBr>
                      <a:noFill/>
                    </a:lnTlToBr>
                    <a:lnBlToTr>
                      <a:noFill/>
                    </a:lnBlToTr>
                  </a:tcPr>
                </a:tc>
              </a:tr>
              <a:tr h="683895">
                <a:tc>
                  <a:txBody>
                    <a:bodyPr/>
                    <a:lstStyle/>
                    <a:p>
                      <a:pPr>
                        <a:buNone/>
                      </a:pPr>
                      <a:r>
                        <a:rPr lang="en-US" altLang="zh-CN" sz="2000" dirty="0"/>
                        <a:t>2</a:t>
                      </a:r>
                      <a:endParaRPr lang="en-US" altLang="zh-CN" sz="2000" dirty="0"/>
                    </a:p>
                  </a:txBody>
                  <a:tcPr>
                    <a:lnL>
                      <a:noFill/>
                    </a:lnL>
                    <a:lnR>
                      <a:noFill/>
                    </a:lnR>
                    <a:lnT>
                      <a:noFill/>
                    </a:lnT>
                    <a:lnB>
                      <a:noFill/>
                    </a:lnB>
                    <a:lnTlToBr>
                      <a:noFill/>
                    </a:lnTlToBr>
                    <a:lnBlToTr>
                      <a:noFill/>
                    </a:lnBlToTr>
                  </a:tcPr>
                </a:tc>
                <a:tc>
                  <a:txBody>
                    <a:bodyPr/>
                    <a:lstStyle/>
                    <a:p>
                      <a:pPr>
                        <a:buNone/>
                      </a:pPr>
                      <a:r>
                        <a:rPr lang="en-US" altLang="zh-CN" sz="2000" dirty="0"/>
                        <a:t>A Multi-Agent Architecture for Autonomous Internet Routing Security Operations</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Xiaohui </a:t>
                      </a:r>
                      <a:r>
                        <a:rPr lang="en-US" altLang="zh-CN" sz="2000" dirty="0"/>
                        <a:t>Nie   </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sym typeface="+mn-ea"/>
                        </a:rPr>
                        <a:t>CNIC</a:t>
                      </a:r>
                      <a:endParaRPr lang="en-US" altLang="zh-CN" sz="2000" dirty="0">
                        <a:sym typeface="+mn-ea"/>
                      </a:endParaRPr>
                    </a:p>
                  </a:txBody>
                  <a:tcPr>
                    <a:lnL>
                      <a:noFill/>
                    </a:lnL>
                    <a:lnR>
                      <a:noFill/>
                    </a:lnR>
                    <a:lnT>
                      <a:noFill/>
                    </a:lnT>
                    <a:lnB>
                      <a:noFill/>
                    </a:lnB>
                    <a:lnTlToBr>
                      <a:noFill/>
                    </a:lnTlToBr>
                    <a:lnBlToTr>
                      <a:noFill/>
                    </a:lnBlToTr>
                  </a:tcPr>
                </a:tc>
              </a:tr>
              <a:tr h="704850">
                <a:tc>
                  <a:txBody>
                    <a:bodyPr/>
                    <a:lstStyle/>
                    <a:p>
                      <a:r>
                        <a:rPr lang="en-US" altLang="zh-CN" sz="2000" dirty="0"/>
                        <a:t>3</a:t>
                      </a:r>
                      <a:endParaRPr lang="en-US" altLang="zh-CN" sz="2000" dirty="0"/>
                    </a:p>
                  </a:txBody>
                  <a:tcPr>
                    <a:lnL>
                      <a:noFill/>
                    </a:lnL>
                    <a:lnR>
                      <a:noFill/>
                    </a:lnR>
                    <a:lnT>
                      <a:noFill/>
                    </a:lnT>
                    <a:lnB>
                      <a:noFill/>
                    </a:lnB>
                    <a:lnTlToBr>
                      <a:noFill/>
                    </a:lnTlToBr>
                    <a:lnBlToTr>
                      <a:noFill/>
                    </a:lnBlToTr>
                  </a:tcPr>
                </a:tc>
                <a:tc>
                  <a:txBody>
                    <a:bodyPr/>
                    <a:lstStyle/>
                    <a:p>
                      <a:r>
                        <a:rPr lang="en-US" sz="2000" dirty="0">
                          <a:sym typeface="+mn-ea"/>
                        </a:rPr>
                        <a:t>From Path-Aware to Application-Aware Source Routing using Traffic Classes</a:t>
                      </a:r>
                      <a:r>
                        <a:rPr lang="en-US" altLang="zh-CN" sz="2000" dirty="0"/>
                        <a:t> </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lstStyle/>
                    <a:p>
                      <a:pPr algn="ctr"/>
                      <a:r>
                        <a:rPr lang="en-US" altLang="zh-CN" sz="2000" dirty="0" err="1">
                          <a:sym typeface="+mn-ea"/>
                        </a:rPr>
                        <a:t>Shashwitha</a:t>
                      </a:r>
                      <a:r>
                        <a:rPr lang="en-US" altLang="zh-CN" sz="2000" dirty="0">
                          <a:sym typeface="+mn-ea"/>
                        </a:rPr>
                        <a:t> </a:t>
                      </a:r>
                      <a:r>
                        <a:rPr lang="en-US" altLang="zh-CN" sz="2000" dirty="0" err="1">
                          <a:sym typeface="+mn-ea"/>
                        </a:rPr>
                        <a:t>Puttaswamy</a:t>
                      </a:r>
                      <a:endParaRPr lang="zh-CN" altLang="en-US" sz="2000" dirty="0"/>
                    </a:p>
                    <a:p>
                      <a:pPr algn="ctr"/>
                      <a:r>
                        <a:rPr lang="en-US" altLang="zh-CN" sz="2000" dirty="0" err="1"/>
                        <a:t>  </a:t>
                      </a:r>
                      <a:endParaRPr lang="en-US" altLang="zh-CN" sz="2000" dirty="0" err="1"/>
                    </a:p>
                  </a:txBody>
                  <a:tcPr>
                    <a:lnL>
                      <a:noFill/>
                    </a:lnL>
                    <a:lnR>
                      <a:noFill/>
                    </a:lnR>
                    <a:lnT>
                      <a:noFill/>
                    </a:lnT>
                    <a:lnB>
                      <a:noFill/>
                    </a:lnB>
                    <a:lnTlToBr>
                      <a:noFill/>
                    </a:lnTlToBr>
                    <a:lnBlToTr>
                      <a:noFill/>
                    </a:lnBlToTr>
                  </a:tcPr>
                </a:tc>
                <a:tc>
                  <a:txBody>
                    <a:bodyPr/>
                    <a:lstStyle/>
                    <a:p>
                      <a:pPr algn="ctr">
                        <a:buNone/>
                      </a:pPr>
                      <a:r>
                        <a:rPr lang="en-US" altLang="zh-CN" sz="2000" dirty="0"/>
                        <a:t>GWU</a:t>
                      </a:r>
                      <a:endParaRPr lang="en-US" altLang="zh-CN" sz="2000" dirty="0"/>
                    </a:p>
                  </a:txBody>
                  <a:tcPr>
                    <a:lnL>
                      <a:noFill/>
                    </a:lnL>
                    <a:lnR>
                      <a:noFill/>
                    </a:lnR>
                    <a:lnT>
                      <a:noFill/>
                    </a:lnT>
                    <a:lnB>
                      <a:noFill/>
                    </a:lnB>
                    <a:lnTlToBr>
                      <a:noFill/>
                    </a:lnTlToBr>
                    <a:lnBlToTr>
                      <a:noFill/>
                    </a:lnBlToTr>
                  </a:tcPr>
                </a:tc>
              </a:tr>
              <a:tr h="784860">
                <a:tc>
                  <a:txBody>
                    <a:bodyPr/>
                    <a:lstStyle/>
                    <a:p>
                      <a:pPr>
                        <a:buNone/>
                      </a:pPr>
                      <a:r>
                        <a:rPr lang="en-US" altLang="zh-CN" sz="2000" dirty="0"/>
                        <a:t>4</a:t>
                      </a:r>
                      <a:endParaRPr lang="en-US" altLang="zh-CN" sz="2000" dirty="0"/>
                    </a:p>
                  </a:txBody>
                  <a:tcPr>
                    <a:lnL>
                      <a:noFill/>
                    </a:lnL>
                    <a:lnR>
                      <a:noFill/>
                    </a:lnR>
                    <a:lnT>
                      <a:noFill/>
                    </a:lnT>
                    <a:lnB>
                      <a:noFill/>
                    </a:lnB>
                    <a:lnTlToBr>
                      <a:noFill/>
                    </a:lnTlToBr>
                    <a:lnBlToTr>
                      <a:noFill/>
                    </a:lnBlToTr>
                  </a:tcPr>
                </a:tc>
                <a:tc>
                  <a:txBody>
                    <a:bodyPr/>
                    <a:lstStyle/>
                    <a:p>
                      <a:pPr>
                        <a:buNone/>
                      </a:pPr>
                      <a:r>
                        <a:rPr lang="en-US" altLang="zh-CN" sz="2000">
                          <a:sym typeface="+mn-ea"/>
                        </a:rPr>
                        <a:t>AI Empowers Pre-, Intra-, and Post-Consultation Healthcare</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Weihong </a:t>
                      </a:r>
                      <a:r>
                        <a:rPr lang="en-US" altLang="zh-CN" sz="2000" dirty="0"/>
                        <a:t>Huang</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Xiangya Hospital</a:t>
                      </a:r>
                      <a:endParaRPr lang="en-US" altLang="zh-CN" sz="2000" dirty="0"/>
                    </a:p>
                  </a:txBody>
                  <a:tcPr>
                    <a:lnL>
                      <a:noFill/>
                    </a:lnL>
                    <a:lnR>
                      <a:noFill/>
                    </a:lnR>
                    <a:lnT>
                      <a:noFill/>
                    </a:lnT>
                    <a:lnB>
                      <a:noFill/>
                    </a:lnB>
                    <a:lnTlToBr>
                      <a:noFill/>
                    </a:lnTlToBr>
                    <a:lnBlToTr>
                      <a:noFill/>
                    </a:lnBlToTr>
                  </a:tcPr>
                </a:tc>
              </a:tr>
              <a:tr h="704850">
                <a:tc>
                  <a:txBody>
                    <a:bodyPr/>
                    <a:p>
                      <a:pPr>
                        <a:buNone/>
                      </a:pPr>
                      <a:r>
                        <a:rPr lang="en-US" altLang="zh-CN" sz="2000" dirty="0"/>
                        <a:t>5</a:t>
                      </a:r>
                      <a:endParaRPr lang="en-US" altLang="zh-CN" sz="2000" dirty="0"/>
                    </a:p>
                  </a:txBody>
                  <a:tcPr>
                    <a:lnL>
                      <a:noFill/>
                    </a:lnL>
                    <a:lnR>
                      <a:noFill/>
                    </a:lnR>
                    <a:lnT>
                      <a:noFill/>
                    </a:lnT>
                    <a:lnB>
                      <a:noFill/>
                    </a:lnB>
                    <a:lnTlToBr>
                      <a:noFill/>
                    </a:lnTlToBr>
                    <a:lnBlToTr>
                      <a:noFill/>
                    </a:lnBlToTr>
                  </a:tcPr>
                </a:tc>
                <a:tc>
                  <a:txBody>
                    <a:bodyPr/>
                    <a:p>
                      <a:pPr>
                        <a:buNone/>
                      </a:pPr>
                      <a:r>
                        <a:rPr lang="en-US" altLang="zh-CN" sz="2000" dirty="0"/>
                        <a:t>Scenario&amp;Architecture&amp;Requirements of the IoA</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Chong </a:t>
                      </a:r>
                      <a:r>
                        <a:rPr lang="en-US" altLang="zh-CN" sz="2000" dirty="0"/>
                        <a:t>Zheng</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Hua</a:t>
                      </a:r>
                      <a:r>
                        <a:rPr lang="en-US" altLang="zh-CN" sz="2000" dirty="0"/>
                        <a:t>wei</a:t>
                      </a:r>
                      <a:endParaRPr lang="en-US" altLang="zh-CN" sz="2000" dirty="0"/>
                    </a:p>
                  </a:txBody>
                  <a:tcPr>
                    <a:lnL>
                      <a:noFill/>
                    </a:lnL>
                    <a:lnR>
                      <a:noFill/>
                    </a:lnR>
                    <a:lnT>
                      <a:noFill/>
                    </a:lnT>
                    <a:lnB>
                      <a:noFill/>
                    </a:lnB>
                    <a:lnTlToBr>
                      <a:noFill/>
                    </a:lnTlToBr>
                    <a:lnBlToTr>
                      <a:noFill/>
                    </a:lnBlToTr>
                  </a:tcPr>
                </a:tc>
              </a:tr>
              <a:tr h="1011555">
                <a:tc>
                  <a:txBody>
                    <a:bodyPr/>
                    <a:p>
                      <a:pPr>
                        <a:buNone/>
                      </a:pPr>
                      <a:r>
                        <a:rPr lang="en-US" altLang="zh-CN" sz="2000" dirty="0"/>
                        <a:t>6</a:t>
                      </a:r>
                      <a:endParaRPr lang="en-US" altLang="zh-CN" sz="2000" dirty="0"/>
                    </a:p>
                  </a:txBody>
                  <a:tcPr>
                    <a:lnL>
                      <a:noFill/>
                    </a:lnL>
                    <a:lnR>
                      <a:noFill/>
                    </a:lnR>
                    <a:lnT>
                      <a:noFill/>
                    </a:lnT>
                    <a:lnB>
                      <a:noFill/>
                    </a:lnB>
                    <a:lnTlToBr>
                      <a:noFill/>
                    </a:lnTlToBr>
                    <a:lnBlToTr>
                      <a:noFill/>
                    </a:lnBlToTr>
                  </a:tcPr>
                </a:tc>
                <a:tc>
                  <a:txBody>
                    <a:bodyPr/>
                    <a:p>
                      <a:pPr>
                        <a:buNone/>
                      </a:pPr>
                      <a:r>
                        <a:rPr lang="en-US" altLang="zh-CN" sz="2000" dirty="0"/>
                        <a:t>OpenGateway: an Open-Source Gateway for Cross-Domain Agents in Complex Collaborative Tasks</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10</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Yihao </a:t>
                      </a:r>
                      <a:r>
                        <a:rPr lang="en-US" altLang="zh-CN" sz="2000" dirty="0"/>
                        <a:t>Chen</a:t>
                      </a:r>
                      <a:endParaRPr lang="en-US" altLang="zh-CN" sz="2000" dirty="0"/>
                    </a:p>
                  </a:txBody>
                  <a:tcPr>
                    <a:lnL>
                      <a:noFill/>
                    </a:lnL>
                    <a:lnR>
                      <a:noFill/>
                    </a:lnR>
                    <a:lnT>
                      <a:noFill/>
                    </a:lnT>
                    <a:lnB>
                      <a:noFill/>
                    </a:lnB>
                    <a:lnTlToBr>
                      <a:noFill/>
                    </a:lnTlToBr>
                    <a:lnBlToTr>
                      <a:noFill/>
                    </a:lnBlToTr>
                  </a:tcPr>
                </a:tc>
                <a:tc>
                  <a:txBody>
                    <a:bodyPr/>
                    <a:p>
                      <a:pPr algn="ctr">
                        <a:buNone/>
                      </a:pPr>
                      <a:r>
                        <a:rPr lang="en-US" altLang="zh-CN" sz="2000" dirty="0"/>
                        <a:t>Tsinghua Uni</a:t>
                      </a:r>
                      <a:r>
                        <a:rPr lang="en-US" altLang="zh-CN" sz="2000" dirty="0"/>
                        <a:t>versity</a:t>
                      </a:r>
                      <a:endParaRPr lang="en-US" altLang="zh-CN" sz="2000" dirty="0"/>
                    </a:p>
                  </a:txBody>
                  <a:tcPr>
                    <a:lnL>
                      <a:noFill/>
                    </a:lnL>
                    <a:lnR>
                      <a:noFill/>
                    </a:lnR>
                    <a:lnT>
                      <a:noFill/>
                    </a:lnT>
                    <a:lnB>
                      <a:noFill/>
                    </a:lnB>
                    <a:lnTlToBr>
                      <a:noFill/>
                    </a:lnTlToBr>
                    <a:lnBlToTr>
                      <a:noFill/>
                    </a:lnBlToTr>
                  </a:tcPr>
                </a:tc>
              </a:tr>
              <a:tr h="398145">
                <a:tc>
                  <a:txBody>
                    <a:bodyPr/>
                    <a:lstStyle/>
                    <a:p>
                      <a:r>
                        <a:rPr lang="en-US" altLang="zh-CN" sz="2000" dirty="0"/>
                        <a:t>7</a:t>
                      </a:r>
                      <a:endParaRPr lang="en-US" altLang="zh-CN" sz="2000" dirty="0"/>
                    </a:p>
                  </a:txBody>
                  <a:tcPr>
                    <a:lnL>
                      <a:noFill/>
                    </a:lnL>
                    <a:lnR>
                      <a:noFill/>
                    </a:lnR>
                    <a:lnT>
                      <a:noFill/>
                    </a:lnT>
                    <a:lnB>
                      <a:noFill/>
                    </a:lnB>
                    <a:lnTlToBr>
                      <a:noFill/>
                    </a:lnTlToBr>
                    <a:lnBlToTr>
                      <a:noFill/>
                    </a:lnBlToTr>
                  </a:tcPr>
                </a:tc>
                <a:tc>
                  <a:txBody>
                    <a:bodyPr/>
                    <a:lstStyle/>
                    <a:p>
                      <a:r>
                        <a:rPr lang="en-US" altLang="zh-CN" sz="2000" dirty="0"/>
                        <a:t>Open Discussion</a:t>
                      </a:r>
                      <a:endParaRPr lang="en-US" altLang="zh-CN" sz="2000" dirty="0"/>
                    </a:p>
                  </a:txBody>
                  <a:tcPr>
                    <a:lnL>
                      <a:noFill/>
                    </a:lnL>
                    <a:lnR>
                      <a:noFill/>
                    </a:lnR>
                    <a:lnT>
                      <a:noFill/>
                    </a:lnT>
                    <a:lnB>
                      <a:noFill/>
                    </a:lnB>
                    <a:lnTlToBr>
                      <a:noFill/>
                    </a:lnTlToBr>
                    <a:lnBlToTr>
                      <a:noFill/>
                    </a:lnBlToTr>
                  </a:tcPr>
                </a:tc>
                <a:tc>
                  <a:txBody>
                    <a:bodyPr/>
                    <a:lstStyle/>
                    <a:p>
                      <a:pPr algn="ctr">
                        <a:buNone/>
                      </a:pPr>
                      <a:r>
                        <a:rPr lang="en-US" altLang="zh-CN" sz="2000" dirty="0"/>
                        <a:t>20</a:t>
                      </a:r>
                      <a:endParaRPr lang="en-US" altLang="zh-CN" sz="2000" dirty="0"/>
                    </a:p>
                  </a:txBody>
                  <a:tcPr>
                    <a:lnL>
                      <a:noFill/>
                    </a:lnL>
                    <a:lnR>
                      <a:noFill/>
                    </a:lnR>
                    <a:lnT>
                      <a:noFill/>
                    </a:lnT>
                    <a:lnB>
                      <a:noFill/>
                    </a:lnB>
                    <a:lnTlToBr>
                      <a:noFill/>
                    </a:lnTlToBr>
                    <a:lnBlToTr>
                      <a:noFill/>
                    </a:lnBlToTr>
                  </a:tcPr>
                </a:tc>
                <a:tc>
                  <a:txBody>
                    <a:bodyPr/>
                    <a:lstStyle/>
                    <a:p>
                      <a:pPr algn="ctr"/>
                      <a:r>
                        <a:rPr lang="en-US" altLang="zh-CN" sz="2000" dirty="0"/>
                        <a:t>All</a:t>
                      </a:r>
                      <a:endParaRPr lang="en-US" altLang="zh-CN" sz="2000" dirty="0"/>
                    </a:p>
                  </a:txBody>
                  <a:tcPr>
                    <a:lnL>
                      <a:noFill/>
                    </a:lnL>
                    <a:lnR>
                      <a:noFill/>
                    </a:lnR>
                    <a:lnT>
                      <a:noFill/>
                    </a:lnT>
                    <a:lnB>
                      <a:noFill/>
                    </a:lnB>
                    <a:lnTlToBr>
                      <a:noFill/>
                    </a:lnTlToBr>
                    <a:lnBlToTr>
                      <a:noFill/>
                    </a:lnBlToTr>
                  </a:tcPr>
                </a:tc>
                <a:tc>
                  <a:txBody>
                    <a:bodyPr/>
                    <a:lstStyle/>
                    <a:p>
                      <a:pPr algn="ctr">
                        <a:buNone/>
                      </a:pPr>
                      <a:endParaRPr lang="en-US" altLang="zh-CN" sz="2000" dirty="0"/>
                    </a:p>
                  </a:txBody>
                  <a:tcPr>
                    <a:lnL>
                      <a:noFill/>
                    </a:lnL>
                    <a:lnR>
                      <a:noFill/>
                    </a:lnR>
                    <a:lnT>
                      <a:noFill/>
                    </a:lnT>
                    <a:lnB>
                      <a:noFill/>
                    </a:lnB>
                    <a:lnTlToBr>
                      <a:noFill/>
                    </a:lnTlToBr>
                    <a:lnBlToTr>
                      <a:noFill/>
                    </a:lnBlToTr>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5955" y="217170"/>
            <a:ext cx="10515600" cy="1325563"/>
          </a:xfrm>
        </p:spPr>
        <p:txBody>
          <a:bodyPr/>
          <a:lstStyle/>
          <a:p>
            <a:r>
              <a:rPr lang="en-US" altLang="zh-CN" dirty="0"/>
              <a:t>Questions List</a:t>
            </a:r>
            <a:endParaRPr lang="zh-CN" altLang="en-US" dirty="0"/>
          </a:p>
        </p:txBody>
      </p:sp>
      <p:sp>
        <p:nvSpPr>
          <p:cNvPr id="3" name="内容占位符 2"/>
          <p:cNvSpPr>
            <a:spLocks noGrp="1"/>
          </p:cNvSpPr>
          <p:nvPr>
            <p:ph idx="1"/>
          </p:nvPr>
        </p:nvSpPr>
        <p:spPr>
          <a:xfrm>
            <a:off x="417195" y="1543050"/>
            <a:ext cx="11318240" cy="4321175"/>
          </a:xfrm>
        </p:spPr>
        <p:txBody>
          <a:bodyPr>
            <a:noAutofit/>
          </a:bodyPr>
          <a:lstStyle/>
          <a:p>
            <a:pPr fontAlgn="auto">
              <a:lnSpc>
                <a:spcPct val="100000"/>
              </a:lnSpc>
              <a:spcBef>
                <a:spcPts val="0"/>
              </a:spcBef>
              <a:spcAft>
                <a:spcPts val="1000"/>
              </a:spcAft>
            </a:pPr>
            <a:r>
              <a:rPr lang="en-US" altLang="zh-CN" sz="2400" dirty="0"/>
              <a:t> Questions to Have in Mind You don’t have to answer these questions, but please think about them for the discussion at the end of the meeting. (not limited to these questions)</a:t>
            </a:r>
            <a:endParaRPr lang="zh-CN" altLang="zh-CN" sz="2400" dirty="0"/>
          </a:p>
          <a:p>
            <a:pPr marL="914400" lvl="1" indent="-457200" fontAlgn="auto">
              <a:lnSpc>
                <a:spcPct val="100000"/>
              </a:lnSpc>
              <a:spcBef>
                <a:spcPts val="1100"/>
              </a:spcBef>
              <a:buFont typeface="+mj-lt"/>
              <a:buAutoNum type="arabicPeriod"/>
            </a:pPr>
            <a:r>
              <a:rPr lang="en-US" altLang="zh-CN" sz="2000" dirty="0"/>
              <a:t>What new network requirements are generated by highly dynamic and high-frequency interaction scenarios of AI Agents?</a:t>
            </a:r>
            <a:endParaRPr lang="en-US" altLang="zh-CN" sz="2000" dirty="0"/>
          </a:p>
          <a:p>
            <a:pPr marL="914400" lvl="1" indent="-457200" fontAlgn="auto">
              <a:lnSpc>
                <a:spcPct val="100000"/>
              </a:lnSpc>
              <a:spcBef>
                <a:spcPts val="1100"/>
              </a:spcBef>
              <a:buFont typeface="+mj-lt"/>
              <a:buAutoNum type="arabicPeriod" startAt="2"/>
            </a:pPr>
            <a:r>
              <a:rPr lang="en-US" altLang="zh-CN" sz="2000" dirty="0"/>
              <a:t>Is it necessary for networks to perceive AI Agent intents, and for such intent interaction</a:t>
            </a:r>
            <a:r>
              <a:rPr lang="zh-CN" altLang="en-US" sz="2000" dirty="0"/>
              <a:t>？</a:t>
            </a:r>
            <a:endParaRPr lang="en-US" altLang="zh-CN" sz="2000" dirty="0"/>
          </a:p>
          <a:p>
            <a:pPr marL="914400" lvl="1" indent="-457200" fontAlgn="auto">
              <a:lnSpc>
                <a:spcPct val="100000"/>
              </a:lnSpc>
              <a:spcBef>
                <a:spcPts val="1100"/>
              </a:spcBef>
              <a:buFont typeface="+mj-lt"/>
              <a:buAutoNum type="arabicPeriod" startAt="2"/>
            </a:pPr>
            <a:r>
              <a:rPr lang="en-US" altLang="zh-CN" sz="2000" dirty="0"/>
              <a:t>Should we reuse existing application-aware protocols or develop new ones?</a:t>
            </a:r>
            <a:endParaRPr lang="en-US" altLang="zh-CN" sz="2000" dirty="0"/>
          </a:p>
          <a:p>
            <a:pPr marL="914400" lvl="1" indent="-457200" fontAlgn="auto">
              <a:lnSpc>
                <a:spcPct val="100000"/>
              </a:lnSpc>
              <a:spcBef>
                <a:spcPts val="1100"/>
              </a:spcBef>
              <a:buFont typeface="+mj-lt"/>
              <a:buAutoNum type="arabicPeriod" startAt="2"/>
            </a:pPr>
            <a:r>
              <a:rPr lang="en-US" altLang="zh-CN" sz="2000" dirty="0"/>
              <a:t>Which service mode is more applicable for agent-network collaboration: Agents actively propose demands and participate in decision-making, or networks proactively perceive Agent traffic and provide targeted services?</a:t>
            </a:r>
            <a:endParaRPr lang="en-US" altLang="zh-CN" sz="2000" dirty="0"/>
          </a:p>
          <a:p>
            <a:pPr marL="914400" lvl="1" indent="-457200" fontAlgn="auto">
              <a:lnSpc>
                <a:spcPct val="100000"/>
              </a:lnSpc>
              <a:spcBef>
                <a:spcPts val="1100"/>
              </a:spcBef>
              <a:buFont typeface="+mj-lt"/>
              <a:buAutoNum type="arabicPeriod" startAt="2"/>
            </a:pPr>
            <a:r>
              <a:rPr lang="en-US" altLang="zh-CN" sz="2000" dirty="0"/>
              <a:t>Further actions?</a:t>
            </a:r>
            <a:endParaRPr lang="en-US" altLang="zh-CN" sz="2000" dirty="0"/>
          </a:p>
        </p:txBody>
      </p:sp>
    </p:spTree>
  </p:cSld>
  <p:clrMapOvr>
    <a:masterClrMapping/>
  </p:clrMapOvr>
</p:sld>
</file>

<file path=ppt/tags/tag1.xml><?xml version="1.0" encoding="utf-8"?>
<p:tagLst xmlns:p="http://schemas.openxmlformats.org/presentationml/2006/main">
  <p:tag name="TABLE_ENDDRAG_ORIGIN_RECT" val="901*481"/>
  <p:tag name="TABLE_ENDDRAG_RECT" val="17*58*901*48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esg">
  <a:themeElements>
    <a:clrScheme name="">
      <a:dk1>
        <a:srgbClr val="000000"/>
      </a:dk1>
      <a:lt1>
        <a:srgbClr val="FFFFFF"/>
      </a:lt1>
      <a:dk2>
        <a:srgbClr val="000000"/>
      </a:dk2>
      <a:lt2>
        <a:srgbClr val="232323"/>
      </a:lt2>
      <a:accent1>
        <a:srgbClr val="474747"/>
      </a:accent1>
      <a:accent2>
        <a:srgbClr val="DADADA"/>
      </a:accent2>
      <a:accent3>
        <a:srgbClr val="FFFFFF"/>
      </a:accent3>
      <a:accent4>
        <a:srgbClr val="000000"/>
      </a:accent4>
      <a:accent5>
        <a:srgbClr val="B1B1B1"/>
      </a:accent5>
      <a:accent6>
        <a:srgbClr val="C5C5C5"/>
      </a:accent6>
      <a:hlink>
        <a:srgbClr val="000000"/>
      </a:hlink>
      <a:folHlink>
        <a:srgbClr val="919191"/>
      </a:folHlink>
    </a:clrScheme>
    <a:fontScheme name="iesg">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200" b="1" i="0" u="none" strike="noStrike" cap="none" normalizeH="0" baseline="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bg1"/>
        </a:solidFill>
        <a:ln w="12700"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200" b="1" i="0" u="none" strike="noStrike" cap="none" normalizeH="0" baseline="0">
            <a:ln>
              <a:noFill/>
            </a:ln>
            <a:solidFill>
              <a:schemeClr val="tx1"/>
            </a:solidFill>
            <a:effectLst/>
            <a:latin typeface="Arial" panose="020B0604020202020204" pitchFamily="34" charset="0"/>
          </a:defRPr>
        </a:defPPr>
      </a:lstStyle>
    </a:lnDef>
  </a:objectDefaults>
  <a:extraClrSchemeLst>
    <a:extraClrScheme>
      <a:clrScheme name="iesg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iesg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iesg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iesg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ies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ies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ies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3484</Words>
  <Application>WPS 演示</Application>
  <PresentationFormat>Widescreen</PresentationFormat>
  <Paragraphs>125</Paragraphs>
  <Slides>5</Slides>
  <Notes>3</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5</vt:i4>
      </vt:variant>
    </vt:vector>
  </HeadingPairs>
  <TitlesOfParts>
    <vt:vector size="17" baseType="lpstr">
      <vt:lpstr>Arial</vt:lpstr>
      <vt:lpstr>宋体</vt:lpstr>
      <vt:lpstr>Wingdings</vt:lpstr>
      <vt:lpstr>MS PGothic</vt:lpstr>
      <vt:lpstr>Times New Roman</vt:lpstr>
      <vt:lpstr>Calibri</vt:lpstr>
      <vt:lpstr>Calibri Light</vt:lpstr>
      <vt:lpstr>微软雅黑</vt:lpstr>
      <vt:lpstr>Arial Unicode MS</vt:lpstr>
      <vt:lpstr>等线</vt:lpstr>
      <vt:lpstr>Office Theme</vt:lpstr>
      <vt:lpstr>iesg</vt:lpstr>
      <vt:lpstr> AI Agent Policy-aware Network (APAN)  Side Meeting   IETF 125  Shenzhen</vt:lpstr>
      <vt:lpstr>Note Well</vt:lpstr>
      <vt:lpstr>Motivation</vt:lpstr>
      <vt:lpstr>Agenda</vt:lpstr>
      <vt:lpstr>Questions List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MSR6 Side Meeting  Chairs: Weiqiang Cheng, Mike McBride</dc:title>
  <dc:creator>Michael McBride</dc:creator>
  <cp:lastModifiedBy>张晓秋</cp:lastModifiedBy>
  <cp:revision>66</cp:revision>
  <dcterms:created xsi:type="dcterms:W3CDTF">2021-11-08T21:27:00Z</dcterms:created>
  <dcterms:modified xsi:type="dcterms:W3CDTF">2026-03-17T02:25:16Z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(3)J3WYeQMbYbbxEhrrqzkFlCWe5RRAe8qTwwbLG/JU/sAGG5IQfFsnsk2m40xR3vex3544DiaX
hC6YQgE/HfyEl3DY51W5iZkbuwnAYW198YNL36ILus3GTnWGhbRLYkmgj1LdWqcISlECgwJb
ZVqf6Tb5KVhvQUhdV4K/NhCCax7WoUak98hVw0MM/5erGU8L1NURzoou93G8w0LGbhP+iKdE
OnqAxyFFmfm2nJVz0j</vt:lpwstr>
  </property>
  <property fmtid="{D5CDD505-2E9C-101B-9397-08002B2CF9AE}" pid="3" name="_2015_ms_pID_7253431">
    <vt:lpwstr>pPM1a1PuKFwzi876Lfa0nPmkPa0+6vcQ3vOJrX8OuErsj0w5gAlaKQ
PmWbtRaYxTZ4Z6zRv7hZZgO4de38m98YzUPNPzNL/tojfn2ernKa9i/MbwhIdVvUjc9ehnN1
KxaUnOW3axe+NEB/COwG5FmG3prMNBn21W1f3vuzQf1rGpqIAz92otozTxm3/FpZ6g8PRW+X
HfEYnfaL8ian0tD1LQCY12ZTkj30fMPcShke</vt:lpwstr>
  </property>
  <property fmtid="{D5CDD505-2E9C-101B-9397-08002B2CF9AE}" pid="4" name="_2015_ms_pID_7253432">
    <vt:lpwstr>6Q==</vt:lpwstr>
  </property>
  <property fmtid="{D5CDD505-2E9C-101B-9397-08002B2CF9AE}" pid="5" name="ICV">
    <vt:lpwstr>CE0F93D99AE54E4AA0846F67903F04BF_13</vt:lpwstr>
  </property>
  <property fmtid="{D5CDD505-2E9C-101B-9397-08002B2CF9AE}" pid="6" name="KSOProductBuildVer">
    <vt:lpwstr>2052-12.8.2.21177</vt:lpwstr>
  </property>
</Properties>
</file>